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Default Extension="png" ContentType="image/png"/>
  <Default Extension="svg" ContentType="image/svg+xml"/>
  <Default Extension="jpeg" ContentType="image/jpeg"/>
  <Default Extension="jpg" ContentType="image/jpe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4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1611.xml" ContentType="application/vnd.openxmlformats-officedocument.presentationml.slideLayout+xml"/>
  <Override PartName="/ppt/slideLayouts/slideLayout20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11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1517.xml" ContentType="application/vnd.openxmlformats-officedocument.presentationml.slideLayout+xml"/>
  <Override PartName="/ppt/slideLayouts/slideLayout1018.xml" ContentType="application/vnd.openxmlformats-officedocument.presentationml.slideLayout+xml"/>
  <Override PartName="/ppt/slideLayouts/slideLayout1919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1421.xml" ContentType="application/vnd.openxmlformats-officedocument.presentationml.slideLayout+xml"/>
  <Override PartName="/ppt/theme/theme12.xml" ContentType="application/vnd.openxmlformats-officedocument.them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customXml/item3.xml" ContentType="application/xml"/>
  <Override PartName="/customXml/itemProps31.xml" ContentType="application/vnd.openxmlformats-officedocument.customXmlProperties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customXml/item22.xml" ContentType="application/xml"/>
  <Override PartName="/customXml/itemProps22.xml" ContentType="application/vnd.openxmlformats-officedocument.customXmlProperties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customXml/item13.xml" ContentType="application/xml"/>
  <Override PartName="/customXml/itemProps13.xml" ContentType="application/vnd.openxmlformats-officedocument.customXmlProperties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711.xml" ContentType="application/vnd.openxmlformats-officedocument.presentationml.slide+xml"/>
  <Override PartName="/ppt/notesSlides/notesSlide711.xml" ContentType="application/vnd.openxmlformats-officedocument.presentationml.notesSlide+xml"/>
  <Override PartName="/ppt/slides/slide2012.xml" ContentType="application/vnd.openxmlformats-officedocument.presentationml.slide+xml"/>
  <Override PartName="/ppt/notesSlides/notesSlide20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14.xml" ContentType="application/vnd.openxmlformats-officedocument.presentationml.slide+xml"/>
  <Override PartName="/ppt/notesSlides/notesSlide1114.xml" ContentType="application/vnd.openxmlformats-officedocument.presentationml.notesSlide+xml"/>
  <Override PartName="/ppt/slides/slide1915.xml" ContentType="application/vnd.openxmlformats-officedocument.presentationml.slide+xml"/>
  <Override PartName="/ppt/notesSlides/notesSlide1915.xml" ContentType="application/vnd.openxmlformats-officedocument.presentationml.notesSlide+xml"/>
  <Override PartName="/ppt/viewProps.xml" ContentType="application/vnd.openxmlformats-officedocument.presentationml.viewProps+xml"/>
  <Override PartName="/ppt/slides/slide616.xml" ContentType="application/vnd.openxmlformats-officedocument.presentationml.slide+xml"/>
  <Override PartName="/ppt/notesSlides/notesSlide616.xml" ContentType="application/vnd.openxmlformats-officedocument.presentationml.notesSlide+xml"/>
  <Override PartName="/ppt/slides/slide1517.xml" ContentType="application/vnd.openxmlformats-officedocument.presentationml.slide+xml"/>
  <Override PartName="/ppt/notesSlides/notesSlide1517.xml" ContentType="application/vnd.openxmlformats-officedocument.presentationml.notesSlide+xml"/>
  <Override PartName="/ppt/slides/slide518.xml" ContentType="application/vnd.openxmlformats-officedocument.presentationml.slide+xml"/>
  <Override PartName="/ppt/notesSlides/notesSlide518.xml" ContentType="application/vnd.openxmlformats-officedocument.presentationml.notesSlide+xml"/>
  <Override PartName="/ppt/slides/slide1019.xml" ContentType="application/vnd.openxmlformats-officedocument.presentationml.slide+xml"/>
  <Override PartName="/ppt/notesSlides/notesSlide1019.xml" ContentType="application/vnd.openxmlformats-officedocument.presentationml.notesSlide+xml"/>
  <Override PartName="/ppt/slides/slide1820.xml" ContentType="application/vnd.openxmlformats-officedocument.presentationml.slide+xml"/>
  <Override PartName="/ppt/notesSlides/notesSlide1820.xml" ContentType="application/vnd.openxmlformats-officedocument.presentationml.notes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Metadata/LabelInfo.xml" ContentType="application/vnd.ms-office.classificationlabel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microsoft.com/office/2020/02/relationships/classificationlabels" Target="/docMetadata/LabelInfo.xml" Id="rId5" /><Relationship Type="http://schemas.openxmlformats.org/officeDocument/2006/relationships/custom-properties" Target="/docProps/custom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7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86432" autoAdjust="0"/>
  </p:normalViewPr>
  <p:slideViewPr>
    <p:cSldViewPr snapToGrid="0">
      <p:cViewPr varScale="1">
        <p:scale>
          <a:sx n="103" d="100"/>
          <a:sy n="103" d="100"/>
        </p:scale>
        <p:origin x="30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74" y="108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slide" Target="/ppt/slides/slide92.xml" Id="rId13" /><Relationship Type="http://schemas.openxmlformats.org/officeDocument/2006/relationships/slide" Target="/ppt/slides/slide143.xml" Id="rId18" /><Relationship Type="http://schemas.openxmlformats.org/officeDocument/2006/relationships/handoutMaster" Target="/ppt/handoutMasters/handoutMaster11.xml" Id="rId26" /><Relationship Type="http://schemas.openxmlformats.org/officeDocument/2006/relationships/customXml" Target="/customXml/item3.xml" Id="rId3" /><Relationship Type="http://schemas.openxmlformats.org/officeDocument/2006/relationships/slide" Target="/ppt/slides/slide174.xml" Id="rId21" /><Relationship Type="http://schemas.openxmlformats.org/officeDocument/2006/relationships/slide" Target="/ppt/slides/slide35.xml" Id="rId7" /><Relationship Type="http://schemas.openxmlformats.org/officeDocument/2006/relationships/slide" Target="/ppt/slides/slide86.xml" Id="rId12" /><Relationship Type="http://schemas.openxmlformats.org/officeDocument/2006/relationships/slide" Target="/ppt/slides/slide137.xml" Id="rId17" /><Relationship Type="http://schemas.openxmlformats.org/officeDocument/2006/relationships/notesMaster" Target="/ppt/notesMasters/notesMaster11.xml" Id="rId25" /><Relationship Type="http://schemas.openxmlformats.org/officeDocument/2006/relationships/customXml" Target="/customXml/item22.xml" Id="rId2" /><Relationship Type="http://schemas.openxmlformats.org/officeDocument/2006/relationships/slide" Target="/ppt/slides/slide128.xml" Id="rId16" /><Relationship Type="http://schemas.openxmlformats.org/officeDocument/2006/relationships/slide" Target="/ppt/slides/slide169.xml" Id="rId20" /><Relationship Type="http://schemas.openxmlformats.org/officeDocument/2006/relationships/theme" Target="/ppt/theme/theme12.xml" Id="rId29" /><Relationship Type="http://schemas.openxmlformats.org/officeDocument/2006/relationships/customXml" Target="/customXml/item13.xml" Id="rId1" /><Relationship Type="http://schemas.openxmlformats.org/officeDocument/2006/relationships/slide" Target="/ppt/slides/slide210.xml" Id="rId6" /><Relationship Type="http://schemas.openxmlformats.org/officeDocument/2006/relationships/slide" Target="/ppt/slides/slide711.xml" Id="rId11" /><Relationship Type="http://schemas.openxmlformats.org/officeDocument/2006/relationships/slide" Target="/ppt/slides/slide2012.xml" Id="rId24" /><Relationship Type="http://schemas.openxmlformats.org/officeDocument/2006/relationships/slide" Target="/ppt/slides/slide113.xml" Id="rId5" /><Relationship Type="http://schemas.openxmlformats.org/officeDocument/2006/relationships/slide" Target="/ppt/slides/slide1114.xml" Id="rId15" /><Relationship Type="http://schemas.openxmlformats.org/officeDocument/2006/relationships/slide" Target="/ppt/slides/slide1915.xml" Id="rId23" /><Relationship Type="http://schemas.openxmlformats.org/officeDocument/2006/relationships/viewProps" Target="/ppt/viewProps.xml" Id="rId28" /><Relationship Type="http://schemas.openxmlformats.org/officeDocument/2006/relationships/slide" Target="/ppt/slides/slide616.xml" Id="rId10" /><Relationship Type="http://schemas.openxmlformats.org/officeDocument/2006/relationships/slide" Target="/ppt/slides/slide1517.xml" Id="rId19" /><Relationship Type="http://schemas.openxmlformats.org/officeDocument/2006/relationships/slideMaster" Target="/ppt/slideMasters/slideMaster11.xml" Id="rId4" /><Relationship Type="http://schemas.openxmlformats.org/officeDocument/2006/relationships/slide" Target="/ppt/slides/slide518.xml" Id="rId9" /><Relationship Type="http://schemas.openxmlformats.org/officeDocument/2006/relationships/slide" Target="/ppt/slides/slide1019.xml" Id="rId14" /><Relationship Type="http://schemas.openxmlformats.org/officeDocument/2006/relationships/slide" Target="/ppt/slides/slide1820.xml" Id="rId22" /><Relationship Type="http://schemas.openxmlformats.org/officeDocument/2006/relationships/presProps" Target="/ppt/presProps.xml" Id="rId27" /><Relationship Type="http://schemas.openxmlformats.org/officeDocument/2006/relationships/tableStyles" Target="/ppt/tableStyles.xml" Id="rId30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CADA572C-7A55-4765-8291-776627B8AC9D}" type="datetime1">
              <a:rPr lang="pt-BR" smtClean="0"/>
              <a:t>29/06/2022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37B95B5C-AE81-486B-8299-C690ADF087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44623E9A-F2E2-403A-96B5-139F4A90ED75}" type="datetime1">
              <a:rPr lang="pt-BR" smtClean="0"/>
              <a:pPr/>
              <a:t>29/06/2022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6922D2F8-28A7-48E8-ADD3-E9583D47D83D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Id2" /><Relationship Type="http://schemas.openxmlformats.org/officeDocument/2006/relationships/notesMaster" Target="/ppt/notesMasters/notesMaster11.xml" Id="rI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Id2" /><Relationship Type="http://schemas.openxmlformats.org/officeDocument/2006/relationships/notesMaster" Target="/ppt/notesMasters/notesMaster11.xml" Id="rId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Id2" /><Relationship Type="http://schemas.openxmlformats.org/officeDocument/2006/relationships/notesMaster" Target="/ppt/notesMasters/notesMaster11.xml" Id="rId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Id2" /><Relationship Type="http://schemas.openxmlformats.org/officeDocument/2006/relationships/notesMaster" Target="/ppt/notesMasters/notesMaster11.xml" Id="rId1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Id2" /><Relationship Type="http://schemas.openxmlformats.org/officeDocument/2006/relationships/notesMaster" Target="/ppt/notesMasters/notesMaster11.xml" Id="rId1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Id2" /><Relationship Type="http://schemas.openxmlformats.org/officeDocument/2006/relationships/notesMaster" Target="/ppt/notesMasters/notesMaster11.xml" Id="rId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Id2" /><Relationship Type="http://schemas.openxmlformats.org/officeDocument/2006/relationships/notesMaster" Target="/ppt/notesMasters/notesMaster11.xml" Id="rId1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Id2" /><Relationship Type="http://schemas.openxmlformats.org/officeDocument/2006/relationships/notesMaster" Target="/ppt/notesMasters/notesMaster11.xml" Id="rId1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Id2" /><Relationship Type="http://schemas.openxmlformats.org/officeDocument/2006/relationships/notesMaster" Target="/ppt/notesMasters/notesMaster11.xml" Id="rId1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Id2" /><Relationship Type="http://schemas.openxmlformats.org/officeDocument/2006/relationships/notesMaster" Target="/ppt/notesMasters/notesMaster11.xml" Id="rId1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Id2" /><Relationship Type="http://schemas.openxmlformats.org/officeDocument/2006/relationships/notesMaster" Target="/ppt/notesMasters/notesMaster11.xml" Id="rId1" /></Relationships>
</file>

<file path=ppt/notesSlides/_rels/notesSlide518.xml.rels>&#65279;<?xml version="1.0" encoding="utf-8"?><Relationships xmlns="http://schemas.openxmlformats.org/package/2006/relationships"><Relationship Type="http://schemas.openxmlformats.org/officeDocument/2006/relationships/slide" Target="/ppt/slides/slide518.xml" Id="rId2" /><Relationship Type="http://schemas.openxmlformats.org/officeDocument/2006/relationships/notesMaster" Target="/ppt/notesMasters/notesMaster11.xml" Id="rId1" /></Relationships>
</file>

<file path=ppt/notesSlides/_rels/notesSlide616.xml.rels>&#65279;<?xml version="1.0" encoding="utf-8"?><Relationships xmlns="http://schemas.openxmlformats.org/package/2006/relationships"><Relationship Type="http://schemas.openxmlformats.org/officeDocument/2006/relationships/slide" Target="/ppt/slides/slide616.xml" Id="rId2" /><Relationship Type="http://schemas.openxmlformats.org/officeDocument/2006/relationships/notesMaster" Target="/ppt/notesMasters/notesMaster11.xml" Id="rId1" /></Relationships>
</file>

<file path=ppt/notesSlides/_rels/notesSlide711.xml.rels>&#65279;<?xml version="1.0" encoding="utf-8"?><Relationships xmlns="http://schemas.openxmlformats.org/package/2006/relationships"><Relationship Type="http://schemas.openxmlformats.org/officeDocument/2006/relationships/slide" Target="/ppt/slides/slide711.xml" Id="rId2" /><Relationship Type="http://schemas.openxmlformats.org/officeDocument/2006/relationships/notesMaster" Target="/ppt/notesMasters/notesMaster11.xml" Id="rId1" /></Relationships>
</file>

<file path=ppt/notesSlides/_rels/notesSlide1019.xml.rels>&#65279;<?xml version="1.0" encoding="utf-8"?><Relationships xmlns="http://schemas.openxmlformats.org/package/2006/relationships"><Relationship Type="http://schemas.openxmlformats.org/officeDocument/2006/relationships/slide" Target="/ppt/slides/slide1019.xml" Id="rId2" /><Relationship Type="http://schemas.openxmlformats.org/officeDocument/2006/relationships/notesMaster" Target="/ppt/notesMasters/notesMaster11.xml" Id="rId1" /></Relationships>
</file>

<file path=ppt/notesSlides/_rels/notesSlide1114.xml.rels>&#65279;<?xml version="1.0" encoding="utf-8"?><Relationships xmlns="http://schemas.openxmlformats.org/package/2006/relationships"><Relationship Type="http://schemas.openxmlformats.org/officeDocument/2006/relationships/slide" Target="/ppt/slides/slide1114.xml" Id="rId2" /><Relationship Type="http://schemas.openxmlformats.org/officeDocument/2006/relationships/notesMaster" Target="/ppt/notesMasters/notesMaster11.xml" Id="rId1" /></Relationships>
</file>

<file path=ppt/notesSlides/_rels/notesSlide1517.xml.rels>&#65279;<?xml version="1.0" encoding="utf-8"?><Relationships xmlns="http://schemas.openxmlformats.org/package/2006/relationships"><Relationship Type="http://schemas.openxmlformats.org/officeDocument/2006/relationships/slide" Target="/ppt/slides/slide1517.xml" Id="rId2" /><Relationship Type="http://schemas.openxmlformats.org/officeDocument/2006/relationships/notesMaster" Target="/ppt/notesMasters/notesMaster11.xml" Id="rId1" /></Relationships>
</file>

<file path=ppt/notesSlides/_rels/notesSlide1820.xml.rels>&#65279;<?xml version="1.0" encoding="utf-8"?><Relationships xmlns="http://schemas.openxmlformats.org/package/2006/relationships"><Relationship Type="http://schemas.openxmlformats.org/officeDocument/2006/relationships/slide" Target="/ppt/slides/slide1820.xml" Id="rId2" /><Relationship Type="http://schemas.openxmlformats.org/officeDocument/2006/relationships/notesMaster" Target="/ppt/notesMasters/notesMaster11.xml" Id="rId1" /></Relationships>
</file>

<file path=ppt/notesSlides/_rels/notesSlide1915.xml.rels>&#65279;<?xml version="1.0" encoding="utf-8"?><Relationships xmlns="http://schemas.openxmlformats.org/package/2006/relationships"><Relationship Type="http://schemas.openxmlformats.org/officeDocument/2006/relationships/slide" Target="/ppt/slides/slide1915.xml" Id="rId2" /><Relationship Type="http://schemas.openxmlformats.org/officeDocument/2006/relationships/notesMaster" Target="/ppt/notesMasters/notesMaster11.xml" Id="rId1" /></Relationships>
</file>

<file path=ppt/notesSlides/_rels/notesSlide2012.xml.rels>&#65279;<?xml version="1.0" encoding="utf-8"?><Relationships xmlns="http://schemas.openxmlformats.org/package/2006/relationships"><Relationship Type="http://schemas.openxmlformats.org/officeDocument/2006/relationships/slide" Target="/ppt/slides/slide2012.xml" Id="rId2" /><Relationship Type="http://schemas.openxmlformats.org/officeDocument/2006/relationships/notesMaster" Target="/ppt/notesMasters/notesMaster11.xml" Id="rId1" /></Relationship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53367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171846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747985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08607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982932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5492745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6893828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184705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652485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0452700"/>
      </p:ext>
    </p:extLst>
  </p:cSld>
  <p:clrMapOvr>
    <a:masterClrMapping/>
  </p:clrMapOvr>
</p:notes>
</file>

<file path=ppt/notesSlides/notesSlide5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695058"/>
      </p:ext>
    </p:extLst>
  </p:cSld>
  <p:clrMapOvr>
    <a:masterClrMapping/>
  </p:clrMapOvr>
</p:notes>
</file>

<file path=ppt/notesSlides/notesSlide6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5279618"/>
      </p:ext>
    </p:extLst>
  </p:cSld>
  <p:clrMapOvr>
    <a:masterClrMapping/>
  </p:clrMapOvr>
</p:notes>
</file>

<file path=ppt/notesSlides/notesSlide7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8094247"/>
      </p:ext>
    </p:extLst>
  </p:cSld>
  <p:clrMapOvr>
    <a:masterClrMapping/>
  </p:clrMapOvr>
</p:notes>
</file>

<file path=ppt/notesSlides/notesSlide10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243279"/>
      </p:ext>
    </p:extLst>
  </p:cSld>
  <p:clrMapOvr>
    <a:masterClrMapping/>
  </p:clrMapOvr>
</p:notes>
</file>

<file path=ppt/notesSlides/notesSlide1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400588"/>
      </p:ext>
    </p:extLst>
  </p:cSld>
  <p:clrMapOvr>
    <a:masterClrMapping/>
  </p:clrMapOvr>
</p:notes>
</file>

<file path=ppt/notesSlides/notesSlide15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08691"/>
      </p:ext>
    </p:extLst>
  </p:cSld>
  <p:clrMapOvr>
    <a:masterClrMapping/>
  </p:clrMapOvr>
</p:notes>
</file>

<file path=ppt/notesSlides/notesSlide18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7700815"/>
      </p:ext>
    </p:extLst>
  </p:cSld>
  <p:clrMapOvr>
    <a:masterClrMapping/>
  </p:clrMapOvr>
</p:notes>
</file>

<file path=ppt/notesSlides/notesSlide19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3761752"/>
      </p:ext>
    </p:extLst>
  </p:cSld>
  <p:clrMapOvr>
    <a:masterClrMapping/>
  </p:clrMapOvr>
</p:notes>
</file>

<file path=ppt/notesSlides/notesSlide20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6922D2F8-28A7-48E8-ADD3-E9583D47D83D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0430213"/>
      </p:ext>
    </p:extLst>
  </p:cSld>
  <p:clrMapOvr>
    <a:masterClrMapping/>
  </p:clrMapOvr>
</p:note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image" Target="/ppt/media/image65.svg" Id="rId3" /><Relationship Type="http://schemas.openxmlformats.org/officeDocument/2006/relationships/image" Target="/ppt/media/image56.png" Id="rId2" /><Relationship Type="http://schemas.openxmlformats.org/officeDocument/2006/relationships/slideMaster" Target="/ppt/slideMasters/slideMaster11.xml" Id="rId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image" Target="/ppt/media/image8.svg" Id="rId3" /><Relationship Type="http://schemas.openxmlformats.org/officeDocument/2006/relationships/image" Target="/ppt/media/image72.png" Id="rId2" /><Relationship Type="http://schemas.openxmlformats.org/officeDocument/2006/relationships/slideMaster" Target="/ppt/slideMasters/slideMaster11.xml" Id="rId1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image" Target="/ppt/media/image107.svg" Id="rId3" /><Relationship Type="http://schemas.openxmlformats.org/officeDocument/2006/relationships/image" Target="/ppt/media/image98.png" Id="rId2" /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image" Target="/ppt/media/image122.svg" Id="rId3" /><Relationship Type="http://schemas.openxmlformats.org/officeDocument/2006/relationships/image" Target="/ppt/media/image113.png" Id="rId2" /><Relationship Type="http://schemas.openxmlformats.org/officeDocument/2006/relationships/slideMaster" Target="/ppt/slideMasters/slideMaster11.xml" Id="rId1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image" Target="/ppt/media/image211.svg" Id="rId3" /><Relationship Type="http://schemas.openxmlformats.org/officeDocument/2006/relationships/image" Target="/ppt/media/image112.png" Id="rId2" /><Relationship Type="http://schemas.openxmlformats.org/officeDocument/2006/relationships/slideMaster" Target="/ppt/slideMasters/slideMaster11.xml" Id="rId1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image" Target="/ppt/media/image188.svg" Id="rId3" /><Relationship Type="http://schemas.openxmlformats.org/officeDocument/2006/relationships/image" Target="/ppt/media/image179.png" Id="rId2" /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image" Target="/ppt/media/image203.svg" Id="rId3" /><Relationship Type="http://schemas.openxmlformats.org/officeDocument/2006/relationships/image" Target="/ppt/media/image194.png" Id="rId2" /><Relationship Type="http://schemas.openxmlformats.org/officeDocument/2006/relationships/slideMaster" Target="/ppt/slideMasters/slideMaster11.xml" Id="rId1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image" Target="/ppt/media/image224.svg" Id="rId3" /><Relationship Type="http://schemas.openxmlformats.org/officeDocument/2006/relationships/image" Target="/ppt/media/image215.png" Id="rId2" /><Relationship Type="http://schemas.openxmlformats.org/officeDocument/2006/relationships/slideMaster" Target="/ppt/slideMasters/slideMaster11.xml" Id="rId1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image" Target="/ppt/media/image224.svg" Id="rId3" /><Relationship Type="http://schemas.openxmlformats.org/officeDocument/2006/relationships/image" Target="/ppt/media/image215.png" Id="rId2" /><Relationship Type="http://schemas.openxmlformats.org/officeDocument/2006/relationships/slideMaster" Target="/ppt/slideMasters/slideMaster11.xml" Id="rId1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image" Target="/ppt/media/image49.svg" Id="rId3" /><Relationship Type="http://schemas.openxmlformats.org/officeDocument/2006/relationships/image" Target="/ppt/media/image310.png" Id="rId2" /><Relationship Type="http://schemas.openxmlformats.org/officeDocument/2006/relationships/slideMaster" Target="/ppt/slideMasters/slideMaster11.xml" Id="rId1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image" Target="/ppt/media/image266.svg" Id="rId3" /><Relationship Type="http://schemas.openxmlformats.org/officeDocument/2006/relationships/image" Target="/ppt/media/image257.png" Id="rId2" /><Relationship Type="http://schemas.openxmlformats.org/officeDocument/2006/relationships/slideMaster" Target="/ppt/slideMasters/slideMaster11.xml" Id="rId1" /></Relationships>
</file>

<file path=ppt/slideLayouts/_rels/slideLayout516.xml.rels>&#65279;<?xml version="1.0" encoding="utf-8"?><Relationships xmlns="http://schemas.openxmlformats.org/package/2006/relationships"><Relationship Type="http://schemas.openxmlformats.org/officeDocument/2006/relationships/image" Target="/ppt/media/image65.svg" Id="rId3" /><Relationship Type="http://schemas.openxmlformats.org/officeDocument/2006/relationships/image" Target="/ppt/media/image56.png" Id="rId2" /><Relationship Type="http://schemas.openxmlformats.org/officeDocument/2006/relationships/slideMaster" Target="/ppt/slideMasters/slideMaster11.xml" Id="rId1" /></Relationships>
</file>

<file path=ppt/slideLayouts/_rels/slideLayout614.xml.rels>&#65279;<?xml version="1.0" encoding="utf-8"?><Relationships xmlns="http://schemas.openxmlformats.org/package/2006/relationships"><Relationship Type="http://schemas.openxmlformats.org/officeDocument/2006/relationships/image" Target="/ppt/media/image8.svg" Id="rId3" /><Relationship Type="http://schemas.openxmlformats.org/officeDocument/2006/relationships/image" Target="/ppt/media/image72.png" Id="rId2" /><Relationship Type="http://schemas.openxmlformats.org/officeDocument/2006/relationships/slideMaster" Target="/ppt/slideMasters/slideMaster11.xml" Id="rId1" /></Relationships>
</file>

<file path=ppt/slideLayouts/_rels/slideLayout920.xml.rels>&#65279;<?xml version="1.0" encoding="utf-8"?><Relationships xmlns="http://schemas.openxmlformats.org/package/2006/relationships"><Relationship Type="http://schemas.openxmlformats.org/officeDocument/2006/relationships/image" Target="/ppt/media/image1413.svg" Id="rId3" /><Relationship Type="http://schemas.openxmlformats.org/officeDocument/2006/relationships/image" Target="/ppt/media/image1314.png" Id="rId2" /><Relationship Type="http://schemas.openxmlformats.org/officeDocument/2006/relationships/slideMaster" Target="/ppt/slideMasters/slideMaster11.xml" Id="rId1" /></Relationships>
</file>

<file path=ppt/slideLayouts/_rels/slideLayout1018.xml.rels>&#65279;<?xml version="1.0" encoding="utf-8"?><Relationships xmlns="http://schemas.openxmlformats.org/package/2006/relationships"><Relationship Type="http://schemas.openxmlformats.org/officeDocument/2006/relationships/image" Target="/ppt/media/image1413.svg" Id="rId3" /><Relationship Type="http://schemas.openxmlformats.org/officeDocument/2006/relationships/image" Target="/ppt/media/image1314.png" Id="rId2" /><Relationship Type="http://schemas.openxmlformats.org/officeDocument/2006/relationships/slideMaster" Target="/ppt/slideMasters/slideMaster11.xml" Id="rId1" /></Relationships>
</file>

<file path=ppt/slideLayouts/_rels/slideLayout1115.xml.rels>&#65279;<?xml version="1.0" encoding="utf-8"?><Relationships xmlns="http://schemas.openxmlformats.org/package/2006/relationships"><Relationship Type="http://schemas.openxmlformats.org/officeDocument/2006/relationships/image" Target="/ppt/media/image1612.svg" Id="rId3" /><Relationship Type="http://schemas.openxmlformats.org/officeDocument/2006/relationships/image" Target="/ppt/media/image1513.png" Id="rId2" /><Relationship Type="http://schemas.openxmlformats.org/officeDocument/2006/relationships/slideMaster" Target="/ppt/slideMasters/slideMaster11.xml" Id="rId1" /></Relationships>
</file>

<file path=ppt/slideLayouts/_rels/slideLayout1421.xml.rels>&#65279;<?xml version="1.0" encoding="utf-8"?><Relationships xmlns="http://schemas.openxmlformats.org/package/2006/relationships"><Relationship Type="http://schemas.openxmlformats.org/officeDocument/2006/relationships/image" Target="/ppt/media/image203.svg" Id="rId3" /><Relationship Type="http://schemas.openxmlformats.org/officeDocument/2006/relationships/image" Target="/ppt/media/image194.png" Id="rId2" /><Relationship Type="http://schemas.openxmlformats.org/officeDocument/2006/relationships/slideMaster" Target="/ppt/slideMasters/slideMaster11.xml" Id="rId1" /></Relationships>
</file>

<file path=ppt/slideLayouts/_rels/slideLayout1517.xml.rels>&#65279;<?xml version="1.0" encoding="utf-8"?><Relationships xmlns="http://schemas.openxmlformats.org/package/2006/relationships"><Relationship Type="http://schemas.openxmlformats.org/officeDocument/2006/relationships/image" Target="/ppt/media/image122.svg" Id="rId3" /><Relationship Type="http://schemas.openxmlformats.org/officeDocument/2006/relationships/image" Target="/ppt/media/image113.png" Id="rId2" /><Relationship Type="http://schemas.openxmlformats.org/officeDocument/2006/relationships/slideMaster" Target="/ppt/slideMasters/slideMaster11.xml" Id="rId1" /></Relationships>
</file>

<file path=ppt/slideLayouts/_rels/slideLayout1611.xml.rels>&#65279;<?xml version="1.0" encoding="utf-8"?><Relationships xmlns="http://schemas.openxmlformats.org/package/2006/relationships"><Relationship Type="http://schemas.openxmlformats.org/officeDocument/2006/relationships/image" Target="/ppt/media/image188.svg" Id="rId3" /><Relationship Type="http://schemas.openxmlformats.org/officeDocument/2006/relationships/image" Target="/ppt/media/image179.png" Id="rId2" /><Relationship Type="http://schemas.openxmlformats.org/officeDocument/2006/relationships/slideMaster" Target="/ppt/slideMasters/slideMaster11.xml" Id="rId1" /></Relationships>
</file>

<file path=ppt/slideLayouts/_rels/slideLayout1919.xml.rels>&#65279;<?xml version="1.0" encoding="utf-8"?><Relationships xmlns="http://schemas.openxmlformats.org/package/2006/relationships"><Relationship Type="http://schemas.openxmlformats.org/officeDocument/2006/relationships/image" Target="/ppt/media/image122.svg" Id="rId3" /><Relationship Type="http://schemas.openxmlformats.org/officeDocument/2006/relationships/image" Target="/ppt/media/image113.png" Id="rId2" /><Relationship Type="http://schemas.openxmlformats.org/officeDocument/2006/relationships/slideMaster" Target="/ppt/slideMasters/slideMaster11.xml" Id="rId1" /></Relationships>
</file>

<file path=ppt/slideLayouts/_rels/slideLayout2012.xml.rels>&#65279;<?xml version="1.0" encoding="utf-8"?><Relationships xmlns="http://schemas.openxmlformats.org/package/2006/relationships"><Relationship Type="http://schemas.openxmlformats.org/officeDocument/2006/relationships/image" Target="/ppt/media/image2410.svg" Id="rId3" /><Relationship Type="http://schemas.openxmlformats.org/officeDocument/2006/relationships/image" Target="/ppt/media/image2311.png" Id="rId2" /><Relationship Type="http://schemas.openxmlformats.org/officeDocument/2006/relationships/slideMaster" Target="/ppt/slideMasters/slideMaster11.xml" Id="rId1" /></Relationships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 dirty="0"/>
              <a:t>Clique para adicionar um título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um título</a:t>
            </a:r>
          </a:p>
        </p:txBody>
      </p: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30" name="Espaço Reservado para Texto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29" name="Espaço Reservado para Texto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0" name="Espaço Reservado para Texto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41" name="Espaço Reservado para Rodapé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42" name="Espaço Reservado para o Número do Slide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 dirty="0">
              <a:latin typeface="Calibri Light" panose="020F0302020204030204" pitchFamily="34" charset="0"/>
            </a:endParaRPr>
          </a:p>
        </p:txBody>
      </p:sp>
      <p:sp>
        <p:nvSpPr>
          <p:cNvPr id="43" name="Espaço Reservado para Data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 rtlCol="0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7" name="Espaço Reservado para Texto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2" name="Espaço Reservado para Texto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8" name="Espaço Reservado para Texto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9" name="Espaço Reservado para Texto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4" name="Espaço Reservado para Texto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30" name="Espaço Reservado para Texto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0" name="Espaço Reservado para Rodapé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1" name="Espaço Reservado para o Número do Slide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2" name="Espaço Reservado para Data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36" name="Espaço Reservado para Imagem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37" name="Espaço Reservado para Imagem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38" name="Espaço Reservado para Imagem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 rtlCol="0"/>
          <a:lstStyle>
            <a:lvl1pPr algn="ctr">
              <a:defRPr lang="pt-BR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dirty="0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Negóc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 dirty="0"/>
              <a:t>Clique para adicionar um título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um título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14" name="Espaço Reservado para Texto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20" name="Espaço Reservado para Rodapé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1" name="Espaço Reservado para o Número do Slide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 dirty="0">
              <a:latin typeface="Calibri Light" panose="020F0302020204030204" pitchFamily="34" charset="0"/>
            </a:endParaRPr>
          </a:p>
        </p:txBody>
      </p:sp>
      <p:sp>
        <p:nvSpPr>
          <p:cNvPr id="22" name="Espaço Reservado para Data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áfico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rtlCol="0" anchor="b"/>
          <a:lstStyle>
            <a:lvl1pPr>
              <a:defRPr lang="pt-BR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dirty="0"/>
              <a:t>Clique para adicionar um título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pt-BR" sz="180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ssa Concorrência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32" name="Espaço Reservado para Texto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40" name="Espaço Reservado para Texto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800" b="1" cap="all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54" name="Espaço Reservado para Texto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600" b="1" cap="all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49" name="Espaço Reservado para Texto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38" name="Espaço Reservado para Texto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44" name="Espaço Reservado para Texto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800" b="1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42" name="Espaço Reservado para Texto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800" b="1" cap="all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46" name="Espaço Reservado para Texto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800" b="1" cap="all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34" name="Espaço Reservado para Texto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48" name="Espaço Reservado para Texto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800" b="1" cap="all" spc="200" baseline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Rodapé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2" name="Espaço Reservado para o Número do Slide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3" name="Espaço Reservado para Data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tratégia de Cresc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rtlCol="0" anchor="b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8" name="Espaço Reservado para Texto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8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pt-BR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nome</a:t>
            </a:r>
          </a:p>
        </p:txBody>
      </p:sp>
      <p:sp>
        <p:nvSpPr>
          <p:cNvPr id="20" name="Espaço Reservado para Texto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Texto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Rodapé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3" name="Espaço Reservado para o Número do Slide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14" name="Espaço Reservado para Data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heça A Equipe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377440"/>
            <a:ext cx="1939480" cy="2115505"/>
          </a:xfrm>
          <a:prstGeom prst="rect">
            <a:avLst/>
          </a:prstGeom>
        </p:spPr>
        <p:txBody>
          <a:bodyPr rtlCol="0" anchor="ctr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4" name="Espaço Reservado para Imagem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7" name="Espaço Reservado para Imagem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6" name="Espaço Reservado para Imagem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25" name="Espaço Reservado para Texto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27" name="Espaço Reservado para Texto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28" name="Espaço Reservado para Texto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0" name="Espaço Reservado para Texto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31" name="Espaço Reservado para Texto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2" name="Espaço Reservado para Texto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33" name="Espaço Reservado para Texto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9" name="Espaço Reservado para Rodapé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40" name="Espaço Reservado para o Número do Slide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41" name="Espaço Reservado para Data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heça A Equipe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112264"/>
          </a:xfrm>
          <a:prstGeom prst="rect">
            <a:avLst/>
          </a:prstGeom>
        </p:spPr>
        <p:txBody>
          <a:bodyPr rtlCol="0" anchor="ctr"/>
          <a:lstStyle>
            <a:lvl1pPr algn="ctr">
              <a:lnSpc>
                <a:spcPct val="90000"/>
              </a:lnSpc>
              <a:spcBef>
                <a:spcPts val="1000"/>
              </a:spcBef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34" name="Espaço Reservado para Imagem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1" name="Espaço Reservado para Imagem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85" name="Espaço Reservado para Imagem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87" name="Espaço Reservado para Imagem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41" name="Espaço Reservado para Texto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42" name="Espaço Reservado para Texto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43" name="Espaço Reservado para Texto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44" name="Espaço Reservado para Texto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45" name="Espaço Reservado para Texto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46" name="Espaço Reservado para Texto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47" name="Espaço Reservado para Texto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48" name="Espaço Reservado para Texto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97" name="Espaço Reservado para Imagem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99" name="Espaço Reservado para Imagem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101" name="Espaço Reservado para Imagem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103" name="Espaço Reservado para Imagem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pt-BR"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a foto</a:t>
            </a:r>
          </a:p>
        </p:txBody>
      </p:sp>
      <p:sp>
        <p:nvSpPr>
          <p:cNvPr id="73" name="Espaço Reservado para Texto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74" name="Espaço Reservado para Texto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75" name="Espaço Reservado para Texto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76" name="Espaço Reservado para Texto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77" name="Espaço Reservado para Texto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78" name="Espaço Reservado para Texto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79" name="Espaço Reservado para Texto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Nome</a:t>
            </a:r>
          </a:p>
        </p:txBody>
      </p:sp>
      <p:sp>
        <p:nvSpPr>
          <p:cNvPr id="80" name="Espaço Reservado para Texto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pt-BR" sz="10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05" name="Espaço Reservado para Rodapé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06" name="Espaço Reservado para o Número do Slide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107" name="Espaço Reservado para Data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ó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Elemento gráfico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0" name="Espaço Reservado para Imagem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 rtlCol="0"/>
          <a:lstStyle>
            <a:lvl1pPr marL="0" indent="0" algn="ctr">
              <a:buFont typeface="+mj-lt"/>
              <a:buNone/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0" name="Espaço Reservado para Rodapé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1" name="Espaço Reservado para o Número do Slide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2" name="Espaço Reservado para Data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rtlCol="0" anchor="b"/>
          <a:lstStyle>
            <a:lvl1pPr algn="ctr">
              <a:defRPr lang="pt-BR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pt-BR" sz="180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Rodapé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3" name="Espaço Reservado para o Número do Slide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14" name="Espaço Reservado para Data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 do 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 rtlCol="0"/>
          <a:lstStyle>
            <a:lvl1pPr algn="l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33" name="Espaço Reservado para Texto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32" name="Espaço Reservado para Texto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8" name="Espaço Reservado para Texto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57" name="Espaço Reservado para Texto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64" name="Espaço Reservado para Texto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63" name="Espaço Reservado para Texto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67" name="Espaço Reservado para Texto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66" name="Espaço Reservado para Texto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2" name="Espaço Reservado para Rodapé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3" name="Espaço Reservado para o Número do Slide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4" name="Espaço Reservado para Data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5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21" name="Espaço Reservado para Imagem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5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25" name="Espaço Reservado para Imagem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5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26" name="Espaço Reservado para Imagem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z="105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efícios do Prod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27" name="Espaço Reservado para Texto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lang="pt-BR" sz="18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18" name="Espaço Reservado para Rodapé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9" name="Espaço Reservado para o Número do Slide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0" name="Espaço Reservado para Data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 da Oportunidade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 rtlCol="0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pt-BR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texto aqui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pt-BR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3" name="Espaço Reservado para Texto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texto aqui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pt-BR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6" name="Espaço Reservado para Texto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Adicione um texto aqui</a:t>
            </a:r>
          </a:p>
        </p:txBody>
      </p:sp>
      <p:sp>
        <p:nvSpPr>
          <p:cNvPr id="20" name="Espaço Reservado para Rodapé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1" name="Espaço Reservado para o Número do Slide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2" name="Espaço Reservado para Data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Oportunidades de Mer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Elemento gráfico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 rtlCol="0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pt-BR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8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27" name="Espaço Reservado para Texto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4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pt-BR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29" name="Espaço Reservado para Texto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8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30" name="Espaço Reservado para Texto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4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pt-BR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32" name="Espaço Reservado para Texto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8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33" name="Espaço Reservado para Texto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4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21" name="Espaço Reservado para Rodapé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2" name="Espaço Reservado para o Número do Slide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3" name="Espaço Reservado para Data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ssa Concor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Elemento Gráfico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 rtlCol="0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24" name="Espaço Reservado para Texto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25" name="Espaço Reservado para Texto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texto aqui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27" name="Espaço Reservado para Texto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Adicione um texto aqui</a:t>
            </a:r>
          </a:p>
        </p:txBody>
      </p:sp>
      <p:sp>
        <p:nvSpPr>
          <p:cNvPr id="21" name="Espaço Reservado para Rodapé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22" name="Espaço Reservado para o Número do Slide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23" name="Espaço Reservado para Data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Elemento gráfico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rtlCol="0" anchor="b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800" cap="none" spc="20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Adicionar legenda</a:t>
            </a:r>
          </a:p>
        </p:txBody>
      </p:sp>
      <p:sp>
        <p:nvSpPr>
          <p:cNvPr id="39" name="Espaço Reservado para Texto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 rtlCol="0"/>
          <a:lstStyle>
            <a:lvl1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6" name="Espaço Reservado para Texto 14">
            <a:extLst>
              <a:ext uri="{FF2B5EF4-FFF2-40B4-BE49-F238E27FC236}">
                <a16:creationId xmlns:a16="http://schemas.microsoft.com/office/drawing/2014/main" id="{EF233E3C-C99A-4345-9504-B06740BBA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83159" y="3186346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55" name="Espaço Reservado para Texto 14">
            <a:extLst>
              <a:ext uri="{FF2B5EF4-FFF2-40B4-BE49-F238E27FC236}">
                <a16:creationId xmlns:a16="http://schemas.microsoft.com/office/drawing/2014/main" id="{406787F7-1112-4CC9-8FD0-D3583902DE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83159" y="3699738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54" name="Espaço Reservado para Texto 14">
            <a:extLst>
              <a:ext uri="{FF2B5EF4-FFF2-40B4-BE49-F238E27FC236}">
                <a16:creationId xmlns:a16="http://schemas.microsoft.com/office/drawing/2014/main" id="{99FA8680-9A76-4984-9EF3-619FF82EF7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83159" y="4213130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53" name="Espaço Reservado para Texto 14">
            <a:extLst>
              <a:ext uri="{FF2B5EF4-FFF2-40B4-BE49-F238E27FC236}">
                <a16:creationId xmlns:a16="http://schemas.microsoft.com/office/drawing/2014/main" id="{CB4D59B1-4953-4B1A-9812-770624E09F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83159" y="4726522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52" name="Espaço Reservado para Texto 14">
            <a:extLst>
              <a:ext uri="{FF2B5EF4-FFF2-40B4-BE49-F238E27FC236}">
                <a16:creationId xmlns:a16="http://schemas.microsoft.com/office/drawing/2014/main" id="{95F87D86-6041-4E3C-BB75-D69D0BE78A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3159" y="5239913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82" name="Espaço Reservado para Texto 14">
            <a:extLst>
              <a:ext uri="{FF2B5EF4-FFF2-40B4-BE49-F238E27FC236}">
                <a16:creationId xmlns:a16="http://schemas.microsoft.com/office/drawing/2014/main" id="{634E901B-B6DE-434D-897D-F1CBD4C850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83158" y="5757105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40" name="Espaço Reservado para Texto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pt-BR"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24" name="Espaço Reservado para Texto 14">
            <a:extLst>
              <a:ext uri="{FF2B5EF4-FFF2-40B4-BE49-F238E27FC236}">
                <a16:creationId xmlns:a16="http://schemas.microsoft.com/office/drawing/2014/main" id="{1205833E-1296-4429-98BC-86ED5E75B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6287" y="5930807"/>
            <a:ext cx="680833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25" name="Espaço Reservado para Texto 14">
            <a:extLst>
              <a:ext uri="{FF2B5EF4-FFF2-40B4-BE49-F238E27FC236}">
                <a16:creationId xmlns:a16="http://schemas.microsoft.com/office/drawing/2014/main" id="{4ADE2985-788D-4E06-BD6E-2DAB0780CC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3623" y="5930807"/>
            <a:ext cx="717943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FAA1F6E3-EB96-4B94-BB57-05FD3C6316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8590" y="5929991"/>
            <a:ext cx="688462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27" name="Espaço Reservado para Texto 14">
            <a:extLst>
              <a:ext uri="{FF2B5EF4-FFF2-40B4-BE49-F238E27FC236}">
                <a16:creationId xmlns:a16="http://schemas.microsoft.com/office/drawing/2014/main" id="{A59FA224-FF57-40F3-9DE2-A9E5663CA4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4388" y="5929991"/>
            <a:ext cx="680835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sp>
        <p:nvSpPr>
          <p:cNvPr id="28" name="Espaço Reservado para Texto 14">
            <a:extLst>
              <a:ext uri="{FF2B5EF4-FFF2-40B4-BE49-F238E27FC236}">
                <a16:creationId xmlns:a16="http://schemas.microsoft.com/office/drawing/2014/main" id="{B54D6B4E-0A06-4D7F-A784-E937A895E8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728" y="5929991"/>
            <a:ext cx="717942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Texto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CBAACD0B-92AC-4BB5-B2A1-E707BF046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93151" y="3356785"/>
            <a:ext cx="4296522" cy="2583500"/>
            <a:chOff x="6593151" y="3356785"/>
            <a:chExt cx="4296522" cy="2583500"/>
          </a:xfrm>
        </p:grpSpPr>
        <p:cxnSp>
          <p:nvCxnSpPr>
            <p:cNvPr id="42" name="Conector Reto 41">
              <a:extLst>
                <a:ext uri="{FF2B5EF4-FFF2-40B4-BE49-F238E27FC236}">
                  <a16:creationId xmlns:a16="http://schemas.microsoft.com/office/drawing/2014/main" id="{5621DF36-2E24-4250-8EA9-A4F7384057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87397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to 46">
              <a:extLst>
                <a:ext uri="{FF2B5EF4-FFF2-40B4-BE49-F238E27FC236}">
                  <a16:creationId xmlns:a16="http://schemas.microsoft.com/office/drawing/2014/main" id="{519F31A0-FCE5-444A-9B67-BAD40A29F0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3567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32EB8C64-26D1-49F5-BA35-75904015FB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9402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id="{97ED0880-E9DE-43CA-BBF7-379FADCCA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417240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>
              <a:extLst>
                <a:ext uri="{FF2B5EF4-FFF2-40B4-BE49-F238E27FC236}">
                  <a16:creationId xmlns:a16="http://schemas.microsoft.com/office/drawing/2014/main" id="{0ECB90AC-2E9C-4DA6-9DE3-DC040D0710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908361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>
              <a:extLst>
                <a:ext uri="{FF2B5EF4-FFF2-40B4-BE49-F238E27FC236}">
                  <a16:creationId xmlns:a16="http://schemas.microsoft.com/office/drawing/2014/main" id="{3D64C7F2-BB5D-48DC-9D4E-C23102C15F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39362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7A55D8F5-8A01-4257-9CE6-A1B977F3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6287" y="5431011"/>
            <a:ext cx="680833" cy="50136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0F2C8F2-9655-45C9-AEF1-0F524E904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86167" y="4913817"/>
            <a:ext cx="680834" cy="101855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458165E-0BB4-4621-BC5C-EB2DDE22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6048" y="4396625"/>
            <a:ext cx="680835" cy="153493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4798AF-A852-4991-B42B-A74C23574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4388" y="3879433"/>
            <a:ext cx="680835" cy="205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BCA52D7-A558-4733-BD5C-28751C99A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75270" y="3362241"/>
            <a:ext cx="680836" cy="256931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latin typeface="Calibri" panose="020F0502020204030204" pitchFamily="34" charset="0"/>
            </a:endParaRPr>
          </a:p>
        </p:txBody>
      </p:sp>
      <p:sp>
        <p:nvSpPr>
          <p:cNvPr id="12" name="Espaço Reservado para Rodapé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3" name="Espaço Reservado para o Número do Slide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14" name="Espaço Reservado para Data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o de Ação de Dois A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Elemento gráfico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upo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Conector Reto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to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to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to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to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to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to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to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to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to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to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21" name="Espaço Reservado para Texto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2" name="Espaço Reservado para Texto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3" name="Espaço Reservado para Texto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13" name="Espaço Reservado para Texto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lang="pt-BR"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ano</a:t>
            </a:r>
          </a:p>
        </p:txBody>
      </p:sp>
      <p:sp>
        <p:nvSpPr>
          <p:cNvPr id="42" name="Espaço Reservado para Texto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3" name="Espaço Reservado para Texto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4" name="Espaço Reservado para Texto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5" name="Espaço Reservado para Texto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6" name="Espaço Reservado para Texto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7" name="Espaço Reservado para Texto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8" name="Espaço Reservado para Texto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9" name="Espaço Reservado para Texto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0" name="Espaço Reservado para Texto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1" name="Espaço Reservado para Texto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2" name="Espaço Reservado para Texto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53" name="Espaço Reservado para Texto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4" name="Espaço Reservado para Texto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5" name="Espaço Reservado para Texto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400" b="1" cap="none" spc="0" baseline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6" name="Espaço Reservado para Texto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14" name="Espaço Reservado para Texto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lang="pt-BR"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ano</a:t>
            </a:r>
          </a:p>
        </p:txBody>
      </p:sp>
      <p:sp>
        <p:nvSpPr>
          <p:cNvPr id="66" name="Espaço Reservado para Texto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67" name="Espaço Reservado para Texto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68" name="Espaço Reservado para Texto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69" name="Espaço Reservado para Texto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0" name="Espaço Reservado para Texto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1" name="Espaço Reservado para Texto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2" name="Espaço Reservado para Texto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3" name="Espaço Reservado para Texto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4" name="Espaço Reservado para Texto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5" name="Espaço Reservado para Texto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6" name="Espaço Reservado para Texto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77" name="Espaço Reservado para Texto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to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to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to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to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to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to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to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Espaço Reservado para Rodapé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3" name="Espaço Reservado para o Número do Slide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14" name="Espaço Reservado para Data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ei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lemento gráfico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 dirty="0"/>
              <a:t>Clique para adicionar um título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 rtlCol="0"/>
          <a:lstStyle>
            <a:lvl1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lang="pt-BR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12" name="Espaço Reservado para Rodapé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3" name="Espaço Reservado para o Número do Slide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 dirty="0">
              <a:latin typeface="Calibri Light" panose="020F0302020204030204" pitchFamily="34" charset="0"/>
            </a:endParaRPr>
          </a:p>
        </p:txBody>
      </p:sp>
      <p:sp>
        <p:nvSpPr>
          <p:cNvPr id="14" name="Espaço Reservado para Data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9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Elemento gráfico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 rtlCol="0"/>
          <a:lstStyle>
            <a:lvl1pPr algn="ctr">
              <a:defRPr lang="pt-BR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45" name="Espaço Reservado para Texto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BR" sz="4000" b="1" cap="all" spc="4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49" name="Espaço Reservado para Texto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4000" b="1" cap="all" spc="4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47" name="Espaço Reservado para Texto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4000" b="1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48" name="Espaço Reservado para Texto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4000" b="1" cap="all" spc="4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Adicionar título</a:t>
            </a:r>
          </a:p>
        </p:txBody>
      </p:sp>
      <p:sp>
        <p:nvSpPr>
          <p:cNvPr id="37" name="Espaço Reservado para Texto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BR" sz="1600" b="1" cap="none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38" name="Espaço Reservado para Texto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9" name="Espaço Reservado para Texto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BR" sz="1600" b="1" cap="none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40" name="Espaço Reservado para Texto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1" name="Espaço Reservado para Texto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BR" sz="1600" b="1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42" name="Espaço Reservado para Texto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43" name="Espaço Reservado para Texto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pt-BR" sz="1600" b="1" cap="none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t-BR" noProof="0"/>
              <a:t>Clique para adicionar um título</a:t>
            </a:r>
          </a:p>
        </p:txBody>
      </p:sp>
      <p:sp>
        <p:nvSpPr>
          <p:cNvPr id="44" name="Espaço Reservado para Texto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pt-BR" sz="12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Rodapé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3" name="Espaço Reservado para o Número do Slide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>
              <a:latin typeface="Calibri Light" panose="020F0302020204030204" pitchFamily="34" charset="0"/>
            </a:endParaRPr>
          </a:p>
        </p:txBody>
      </p:sp>
      <p:sp>
        <p:nvSpPr>
          <p:cNvPr id="14" name="Espaço Reservado para Data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o Gráfico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 rtlCol="0"/>
          <a:lstStyle>
            <a:lvl1pPr>
              <a:defRPr lang="pt-BR"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1400" cap="none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rtl="0"/>
            <a:r>
              <a:rPr lang="pt-BR" noProof="0" dirty="0"/>
              <a:t>Clique para adicionar o texto</a:t>
            </a:r>
          </a:p>
        </p:txBody>
      </p:sp>
      <p:sp>
        <p:nvSpPr>
          <p:cNvPr id="13" name="Espaço Reservado para Rodapé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noProof="0">
              <a:latin typeface="Century Gothic" panose="020B0502020202020204" pitchFamily="34" charset="0"/>
            </a:endParaRPr>
          </a:p>
        </p:txBody>
      </p:sp>
      <p:sp>
        <p:nvSpPr>
          <p:cNvPr id="14" name="Espaço Reservado para o Número do Slide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 dirty="0">
              <a:latin typeface="Calibri Light" panose="020F0302020204030204" pitchFamily="34" charset="0"/>
            </a:endParaRPr>
          </a:p>
        </p:txBody>
      </p:sp>
      <p:sp>
        <p:nvSpPr>
          <p:cNvPr id="15" name="Espaço Reservado para Data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cap="all" noProof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slideLayout" Target="/ppt/slideLayouts/slideLayout184.xml" Id="rId18" /><Relationship Type="http://schemas.openxmlformats.org/officeDocument/2006/relationships/slideLayout" Target="/ppt/slideLayouts/slideLayout35.xml" Id="rId3" /><Relationship Type="http://schemas.openxmlformats.org/officeDocument/2006/relationships/slideLayout" Target="/ppt/slideLayouts/slideLayout216.xml" Id="rId21" /><Relationship Type="http://schemas.openxmlformats.org/officeDocument/2006/relationships/slideLayout" Target="/ppt/slideLayouts/slideLayout77.xml" Id="rId7" /><Relationship Type="http://schemas.openxmlformats.org/officeDocument/2006/relationships/slideLayout" Target="/ppt/slideLayouts/slideLayout128.xml" Id="rId12" /><Relationship Type="http://schemas.openxmlformats.org/officeDocument/2006/relationships/slideLayout" Target="/ppt/slideLayouts/slideLayout179.xml" Id="rId17" /><Relationship Type="http://schemas.openxmlformats.org/officeDocument/2006/relationships/slideLayout" Target="/ppt/slideLayouts/slideLayout210.xml" Id="rId2" /><Relationship Type="http://schemas.openxmlformats.org/officeDocument/2006/relationships/slideLayout" Target="/ppt/slideLayouts/slideLayout1611.xml" Id="rId16" /><Relationship Type="http://schemas.openxmlformats.org/officeDocument/2006/relationships/slideLayout" Target="/ppt/slideLayouts/slideLayout2012.xml" Id="rId20" /><Relationship Type="http://schemas.openxmlformats.org/officeDocument/2006/relationships/slideLayout" Target="/ppt/slideLayouts/slideLayout113.xml" Id="rId1" /><Relationship Type="http://schemas.openxmlformats.org/officeDocument/2006/relationships/slideLayout" Target="/ppt/slideLayouts/slideLayout614.xml" Id="rId6" /><Relationship Type="http://schemas.openxmlformats.org/officeDocument/2006/relationships/slideLayout" Target="/ppt/slideLayouts/slideLayout1115.xml" Id="rId11" /><Relationship Type="http://schemas.openxmlformats.org/officeDocument/2006/relationships/slideLayout" Target="/ppt/slideLayouts/slideLayout516.xml" Id="rId5" /><Relationship Type="http://schemas.openxmlformats.org/officeDocument/2006/relationships/slideLayout" Target="/ppt/slideLayouts/slideLayout1517.xml" Id="rId15" /><Relationship Type="http://schemas.openxmlformats.org/officeDocument/2006/relationships/slideLayout" Target="/ppt/slideLayouts/slideLayout1018.xml" Id="rId10" /><Relationship Type="http://schemas.openxmlformats.org/officeDocument/2006/relationships/slideLayout" Target="/ppt/slideLayouts/slideLayout1919.xml" Id="rId19" /><Relationship Type="http://schemas.openxmlformats.org/officeDocument/2006/relationships/slideLayout" Target="/ppt/slideLayouts/slideLayout41.xml" Id="rId4" /><Relationship Type="http://schemas.openxmlformats.org/officeDocument/2006/relationships/slideLayout" Target="/ppt/slideLayouts/slideLayout920.xml" Id="rId9" /><Relationship Type="http://schemas.openxmlformats.org/officeDocument/2006/relationships/slideLayout" Target="/ppt/slideLayouts/slideLayout1421.xml" Id="rId14" /><Relationship Type="http://schemas.openxmlformats.org/officeDocument/2006/relationships/theme" Target="/ppt/theme/theme12.xml" Id="rId22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Rodapé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t-BR" noProof="0"/>
              <a:t>TÍTULO DA APRESENTAÇÃO</a:t>
            </a:r>
            <a:endParaRPr lang="pt-BR" b="1" noProof="0"/>
          </a:p>
        </p:txBody>
      </p:sp>
      <p:sp>
        <p:nvSpPr>
          <p:cNvPr id="14" name="Espaço Reservado para o Número do Slide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160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 lang="pt-BR"/>
            </a:pPr>
            <a:fld id="{8D1FC6F8-0BCD-47E9-9C64-690771D9C143}" type="slidenum">
              <a:rPr lang="pt-BR" noProof="0" smtClean="0"/>
              <a:pPr>
                <a:defRPr lang="pt-BR"/>
              </a:pPr>
              <a:t>‹nº›</a:t>
            </a:fld>
            <a:endParaRPr lang="pt-BR" noProof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Espaço Reservado para Data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pt-BR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pt-BR"/>
            </a:pPr>
            <a:r>
              <a:rPr lang="pt-BR" cap="all" noProof="0"/>
              <a:t>21 de maio de 20XX</a:t>
            </a:r>
            <a:endParaRPr lang="pt-BR" b="1" cap="all" noProof="0"/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&#65279;<?xml version="1.0" encoding="utf-8"?><Relationships xmlns="http://schemas.openxmlformats.org/package/2006/relationships"><Relationship Type="http://schemas.openxmlformats.org/officeDocument/2006/relationships/notesSlide" Target="/ppt/notesSlides/notesSlide35.xml" Id="rId2" /><Relationship Type="http://schemas.openxmlformats.org/officeDocument/2006/relationships/slideLayout" Target="/ppt/slideLayouts/slideLayout35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image" Target="/ppt/media/image28.png" Id="rId3" /><Relationship Type="http://schemas.openxmlformats.org/officeDocument/2006/relationships/notesSlide" Target="/ppt/notesSlides/notesSlide41.xml" Id="rId2" /><Relationship Type="http://schemas.openxmlformats.org/officeDocument/2006/relationships/slideLayout" Target="/ppt/slideLayouts/slideLayout41.xml" Id="rId1" /><Relationship Type="http://schemas.openxmlformats.org/officeDocument/2006/relationships/image" Target="/ppt/media/image3115.png" Id="rId6" /><Relationship Type="http://schemas.openxmlformats.org/officeDocument/2006/relationships/image" Target="/ppt/media/image3016.png" Id="rId5" /><Relationship Type="http://schemas.openxmlformats.org/officeDocument/2006/relationships/image" Target="/ppt/media/image2917.png" Id="rId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image" Target="/ppt/media/image4014.svg" Id="rId8" /><Relationship Type="http://schemas.openxmlformats.org/officeDocument/2006/relationships/image" Target="/ppt/media/image3518.png" Id="rId3" /><Relationship Type="http://schemas.openxmlformats.org/officeDocument/2006/relationships/image" Target="/ppt/media/image3919.png" Id="rId7" /><Relationship Type="http://schemas.openxmlformats.org/officeDocument/2006/relationships/notesSlide" Target="/ppt/notesSlides/notesSlide86.xml" Id="rId2" /><Relationship Type="http://schemas.openxmlformats.org/officeDocument/2006/relationships/slideLayout" Target="/ppt/slideLayouts/slideLayout82.xml" Id="rId1" /><Relationship Type="http://schemas.openxmlformats.org/officeDocument/2006/relationships/image" Target="/ppt/media/image3815.svg" Id="rId6" /><Relationship Type="http://schemas.openxmlformats.org/officeDocument/2006/relationships/image" Target="/ppt/media/image3720.png" Id="rId5" /><Relationship Type="http://schemas.openxmlformats.org/officeDocument/2006/relationships/image" Target="/ppt/media/image3616.svg" Id="rId4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notesSlide" Target="/ppt/notesSlides/notesSlide92.xml" Id="rId2" /><Relationship Type="http://schemas.openxmlformats.org/officeDocument/2006/relationships/slideLayout" Target="/ppt/slideLayouts/slideLayout920.xml" Id="rId1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notesSlide" Target="/ppt/notesSlides/notesSlide113.xml" Id="rId2" /><Relationship Type="http://schemas.openxmlformats.org/officeDocument/2006/relationships/slideLayout" Target="/ppt/slideLayouts/slideLayout113.xml" Id="rId1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notesSlide" Target="/ppt/notesSlides/notesSlide128.xml" Id="rId2" /><Relationship Type="http://schemas.openxmlformats.org/officeDocument/2006/relationships/slideLayout" Target="/ppt/slideLayouts/slideLayout128.xml" Id="rId1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notesSlide" Target="/ppt/notesSlides/notesSlide137.xml" Id="rId2" /><Relationship Type="http://schemas.openxmlformats.org/officeDocument/2006/relationships/slideLayout" Target="/ppt/slideLayouts/slideLayout133.xml" Id="rId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notesSlide" Target="/ppt/notesSlides/notesSlide143.xml" Id="rId2" /><Relationship Type="http://schemas.openxmlformats.org/officeDocument/2006/relationships/slideLayout" Target="/ppt/slideLayouts/slideLayout1517.xml" Id="rId1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image" Target="/ppt/media/image419.jpg" Id="rId3" /><Relationship Type="http://schemas.openxmlformats.org/officeDocument/2006/relationships/notesSlide" Target="/ppt/notesSlides/notesSlide169.xml" Id="rId2" /><Relationship Type="http://schemas.openxmlformats.org/officeDocument/2006/relationships/slideLayout" Target="/ppt/slideLayouts/slideLayout179.xml" Id="rId1" /><Relationship Type="http://schemas.openxmlformats.org/officeDocument/2006/relationships/image" Target="/ppt/media/image4410.jpeg" Id="rId6" /><Relationship Type="http://schemas.openxmlformats.org/officeDocument/2006/relationships/image" Target="/ppt/media/image4311.jpg" Id="rId5" /><Relationship Type="http://schemas.openxmlformats.org/officeDocument/2006/relationships/image" Target="/ppt/media/image4212.jpeg" Id="rId4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image" Target="/ppt/media/image50.jpeg" Id="rId8" /><Relationship Type="http://schemas.openxmlformats.org/officeDocument/2006/relationships/image" Target="/ppt/media/image452.jpg" Id="rId3" /><Relationship Type="http://schemas.openxmlformats.org/officeDocument/2006/relationships/image" Target="/ppt/media/image493.jpeg" Id="rId7" /><Relationship Type="http://schemas.openxmlformats.org/officeDocument/2006/relationships/notesSlide" Target="/ppt/notesSlides/notesSlide174.xml" Id="rId2" /><Relationship Type="http://schemas.openxmlformats.org/officeDocument/2006/relationships/slideLayout" Target="/ppt/slideLayouts/slideLayout184.xml" Id="rId1" /><Relationship Type="http://schemas.openxmlformats.org/officeDocument/2006/relationships/image" Target="/ppt/media/image484.jpg" Id="rId6" /><Relationship Type="http://schemas.openxmlformats.org/officeDocument/2006/relationships/image" Target="/ppt/media/image475.jpeg" Id="rId5" /><Relationship Type="http://schemas.openxmlformats.org/officeDocument/2006/relationships/image" Target="/ppt/media/image526.jpeg" Id="rId10" /><Relationship Type="http://schemas.openxmlformats.org/officeDocument/2006/relationships/image" Target="/ppt/media/image467.jpeg" Id="rId4" /><Relationship Type="http://schemas.openxmlformats.org/officeDocument/2006/relationships/image" Target="/ppt/media/image518.jpeg" Id="rId9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image" Target="/ppt/media/image2713.jpeg" Id="rId3" /><Relationship Type="http://schemas.openxmlformats.org/officeDocument/2006/relationships/notesSlide" Target="/ppt/notesSlides/notesSlide210.xml" Id="rId2" /><Relationship Type="http://schemas.openxmlformats.org/officeDocument/2006/relationships/slideLayout" Target="/ppt/slideLayouts/slideLayout210.xml" Id="rId1" /></Relationships>
</file>

<file path=ppt/slides/_rels/slide518.xml.rels>&#65279;<?xml version="1.0" encoding="utf-8"?><Relationships xmlns="http://schemas.openxmlformats.org/package/2006/relationships"><Relationship Type="http://schemas.openxmlformats.org/officeDocument/2006/relationships/image" Target="/ppt/media/image3221.png" Id="rId3" /><Relationship Type="http://schemas.openxmlformats.org/officeDocument/2006/relationships/notesSlide" Target="/ppt/notesSlides/notesSlide518.xml" Id="rId2" /><Relationship Type="http://schemas.openxmlformats.org/officeDocument/2006/relationships/slideLayout" Target="/ppt/slideLayouts/slideLayout516.xml" Id="rId1" /><Relationship Type="http://schemas.openxmlformats.org/officeDocument/2006/relationships/image" Target="/ppt/media/image3422.png" Id="rId6" /><Relationship Type="http://schemas.openxmlformats.org/officeDocument/2006/relationships/image" Target="/ppt/media/image3323.png" Id="rId5" /><Relationship Type="http://schemas.openxmlformats.org/officeDocument/2006/relationships/image" Target="/ppt/media/image28.png" Id="rId4" /></Relationships>
</file>

<file path=ppt/slides/_rels/slide616.xml.rels>&#65279;<?xml version="1.0" encoding="utf-8"?><Relationships xmlns="http://schemas.openxmlformats.org/package/2006/relationships"><Relationship Type="http://schemas.openxmlformats.org/officeDocument/2006/relationships/notesSlide" Target="/ppt/notesSlides/notesSlide616.xml" Id="rId2" /><Relationship Type="http://schemas.openxmlformats.org/officeDocument/2006/relationships/slideLayout" Target="/ppt/slideLayouts/slideLayout614.xml" Id="rId1" /></Relationships>
</file>

<file path=ppt/slides/_rels/slide711.xml.rels>&#65279;<?xml version="1.0" encoding="utf-8"?><Relationships xmlns="http://schemas.openxmlformats.org/package/2006/relationships"><Relationship Type="http://schemas.openxmlformats.org/officeDocument/2006/relationships/notesSlide" Target="/ppt/notesSlides/notesSlide711.xml" Id="rId2" /><Relationship Type="http://schemas.openxmlformats.org/officeDocument/2006/relationships/slideLayout" Target="/ppt/slideLayouts/slideLayout77.xml" Id="rId1" /></Relationships>
</file>

<file path=ppt/slides/_rels/slide1019.xml.rels>&#65279;<?xml version="1.0" encoding="utf-8"?><Relationships xmlns="http://schemas.openxmlformats.org/package/2006/relationships"><Relationship Type="http://schemas.openxmlformats.org/officeDocument/2006/relationships/notesSlide" Target="/ppt/notesSlides/notesSlide1019.xml" Id="rId2" /><Relationship Type="http://schemas.openxmlformats.org/officeDocument/2006/relationships/slideLayout" Target="/ppt/slideLayouts/slideLayout1018.xml" Id="rId1" /></Relationships>
</file>

<file path=ppt/slides/_rels/slide1114.xml.rels>&#65279;<?xml version="1.0" encoding="utf-8"?><Relationships xmlns="http://schemas.openxmlformats.org/package/2006/relationships"><Relationship Type="http://schemas.openxmlformats.org/officeDocument/2006/relationships/notesSlide" Target="/ppt/notesSlides/notesSlide1114.xml" Id="rId2" /><Relationship Type="http://schemas.openxmlformats.org/officeDocument/2006/relationships/slideLayout" Target="/ppt/slideLayouts/slideLayout1115.xml" Id="rId1" /></Relationships>
</file>

<file path=ppt/slides/_rels/slide1517.xml.rels>&#65279;<?xml version="1.0" encoding="utf-8"?><Relationships xmlns="http://schemas.openxmlformats.org/package/2006/relationships"><Relationship Type="http://schemas.openxmlformats.org/officeDocument/2006/relationships/notesSlide" Target="/ppt/notesSlides/notesSlide1517.xml" Id="rId2" /><Relationship Type="http://schemas.openxmlformats.org/officeDocument/2006/relationships/slideLayout" Target="/ppt/slideLayouts/slideLayout1611.xml" Id="rId1" /></Relationships>
</file>

<file path=ppt/slides/_rels/slide1820.xml.rels>&#65279;<?xml version="1.0" encoding="utf-8"?><Relationships xmlns="http://schemas.openxmlformats.org/package/2006/relationships"><Relationship Type="http://schemas.openxmlformats.org/officeDocument/2006/relationships/notesSlide" Target="/ppt/notesSlides/notesSlide1820.xml" Id="rId2" /><Relationship Type="http://schemas.openxmlformats.org/officeDocument/2006/relationships/slideLayout" Target="/ppt/slideLayouts/slideLayout1919.xml" Id="rId1" /></Relationships>
</file>

<file path=ppt/slides/_rels/slide1915.xml.rels>&#65279;<?xml version="1.0" encoding="utf-8"?><Relationships xmlns="http://schemas.openxmlformats.org/package/2006/relationships"><Relationship Type="http://schemas.openxmlformats.org/officeDocument/2006/relationships/notesSlide" Target="/ppt/notesSlides/notesSlide1915.xml" Id="rId2" /><Relationship Type="http://schemas.openxmlformats.org/officeDocument/2006/relationships/slideLayout" Target="/ppt/slideLayouts/slideLayout2012.xml" Id="rId1" /></Relationships>
</file>

<file path=ppt/slides/_rels/slide2012.xml.rels>&#65279;<?xml version="1.0" encoding="utf-8"?><Relationships xmlns="http://schemas.openxmlformats.org/package/2006/relationships"><Relationship Type="http://schemas.openxmlformats.org/officeDocument/2006/relationships/notesSlide" Target="/ppt/notesSlides/notesSlide2012.xml" Id="rId2" /><Relationship Type="http://schemas.openxmlformats.org/officeDocument/2006/relationships/slideLayout" Target="/ppt/slideLayouts/slideLayout216.xml" Id="rId1" /></Relationships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069" y="695093"/>
            <a:ext cx="4919354" cy="66749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Problema</a:t>
            </a:r>
          </a:p>
        </p:txBody>
      </p:sp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13DF91CF-444A-4959-91C5-62172E643B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99594" y="1873815"/>
            <a:ext cx="255657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Clientes</a:t>
            </a:r>
          </a:p>
        </p:txBody>
      </p:sp>
      <p:sp>
        <p:nvSpPr>
          <p:cNvPr id="42" name="Espaço Reservado para Texto 41">
            <a:extLst>
              <a:ext uri="{FF2B5EF4-FFF2-40B4-BE49-F238E27FC236}">
                <a16:creationId xmlns:a16="http://schemas.microsoft.com/office/drawing/2014/main" id="{933753EF-34D5-413D-B330-9D63C1E264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9595" y="2178444"/>
            <a:ext cx="2742382" cy="169376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66% dos consumidores dos Estados Unidos</a:t>
            </a:r>
          </a:p>
          <a:p>
            <a:pPr rtl="0"/>
            <a:r>
              <a:rPr lang="pt-BR" dirty="0"/>
              <a:t>gastam dinheiro em vários produtos que resolvem apenas parcialmente seu problema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DE843243-D5AF-4FB8-A0B6-47BAF2CEE0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38996" y="1873815"/>
            <a:ext cx="3032587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Lacunas de mercado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D656B4F7-80AA-4955-8984-D9DA3B536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8996" y="2178444"/>
            <a:ext cx="2673515" cy="129108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Poucos, se algum, produtos no mercado ajudam os clientes como nós fazemos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23B5DB8F-544D-4B8A-98F5-10157CB578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9595" y="4071261"/>
            <a:ext cx="2556577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Custos</a:t>
            </a:r>
          </a:p>
        </p:txBody>
      </p:sp>
      <p:sp>
        <p:nvSpPr>
          <p:cNvPr id="71" name="Espaço Reservado para Texto 70">
            <a:extLst>
              <a:ext uri="{FF2B5EF4-FFF2-40B4-BE49-F238E27FC236}">
                <a16:creationId xmlns:a16="http://schemas.microsoft.com/office/drawing/2014/main" id="{6DC1492D-B4FC-4834-8463-9F39FDB781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9596" y="4383943"/>
            <a:ext cx="2742380" cy="169376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 perda de produtividade custa milhares de dólares aos consumidores </a:t>
            </a:r>
          </a:p>
        </p:txBody>
      </p:sp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F1C997B7-3BCB-422D-B850-6AD06C8FB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38997" y="4071261"/>
            <a:ext cx="255657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Financeiro</a:t>
            </a:r>
          </a:p>
        </p:txBody>
      </p:sp>
      <p:sp>
        <p:nvSpPr>
          <p:cNvPr id="58" name="Espaço Reservado para Texto 57">
            <a:extLst>
              <a:ext uri="{FF2B5EF4-FFF2-40B4-BE49-F238E27FC236}">
                <a16:creationId xmlns:a16="http://schemas.microsoft.com/office/drawing/2014/main" id="{82CC08AE-1854-427C-A409-844DADA8D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38997" y="4375890"/>
            <a:ext cx="2673514" cy="129108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Os Millennials representam cerca de um quarto dos 48 bilhões de dólares gastos em outros produtos em 2018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F0E6E7-FE9E-4C88-8036-BAF0835CC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944EF00-08F5-4EC2-87BC-9CA90D82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FE51E02-50EB-4E26-B5E1-1B76B0D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716" y="1823625"/>
            <a:ext cx="4719884" cy="58003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Solução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A6FC127-313F-42F3-9800-F36B13BD0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2172245" y="3645383"/>
            <a:ext cx="76222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BD30DD-1CDC-42FA-A173-F6CFB93D9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5064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F16285-BEA6-47E3-8ECE-E17D4D084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562" y="3174633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FF59E2B-8CF4-4F96-9F85-850F62E87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94529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6AB62C-FF38-4153-B496-F42C8DB0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567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pic>
        <p:nvPicPr>
          <p:cNvPr id="91" name="Espaço Reservado para Imagem 90" descr="ícone de mercado">
            <a:extLst>
              <a:ext uri="{FF2B5EF4-FFF2-40B4-BE49-F238E27FC236}">
                <a16:creationId xmlns:a16="http://schemas.microsoft.com/office/drawing/2014/main" id="{C6A83A1A-E2DA-4D40-B2A8-6FAABB76B41B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/>
          <a:stretch>
            <a:fillRect/>
          </a:stretch>
        </p:blipFill>
        <p:spPr>
          <a:xfrm>
            <a:off x="1404658" y="3330145"/>
            <a:ext cx="603504" cy="603504"/>
          </a:xfrm>
          <a:prstGeom prst="rect">
            <a:avLst/>
          </a:prstGeom>
        </p:spPr>
      </p:pic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2F0C189F-75BF-4FC8-A278-5EFC6B66F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9005" y="4230943"/>
            <a:ext cx="2640803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Fechar a lacuna</a:t>
            </a:r>
          </a:p>
        </p:txBody>
      </p:sp>
      <p:sp>
        <p:nvSpPr>
          <p:cNvPr id="27" name="Espaço Reservado para Texto 26">
            <a:extLst>
              <a:ext uri="{FF2B5EF4-FFF2-40B4-BE49-F238E27FC236}">
                <a16:creationId xmlns:a16="http://schemas.microsoft.com/office/drawing/2014/main" id="{56F30711-3932-4012-B6C1-3B270E129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005" y="4546458"/>
            <a:ext cx="2640803" cy="16164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Nosso produto facilita a vida do consumidor, e nenhum outro produto no mercado oferece os mesmos recursos</a:t>
            </a:r>
          </a:p>
        </p:txBody>
      </p:sp>
      <p:pic>
        <p:nvPicPr>
          <p:cNvPr id="92" name="Espaço Reservado para Imagem 91" descr="ícone de grupo de pessoas">
            <a:extLst>
              <a:ext uri="{FF2B5EF4-FFF2-40B4-BE49-F238E27FC236}">
                <a16:creationId xmlns:a16="http://schemas.microsoft.com/office/drawing/2014/main" id="{B0B79D89-2FA7-4527-BF24-BD94083A08E6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4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1" name="Espaço Reservado para Texto 30">
            <a:extLst>
              <a:ext uri="{FF2B5EF4-FFF2-40B4-BE49-F238E27FC236}">
                <a16:creationId xmlns:a16="http://schemas.microsoft.com/office/drawing/2014/main" id="{850A4385-C5CF-4BEE-B287-D3AC3C9128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37502" y="4234631"/>
            <a:ext cx="2640803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Público-alvo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CC9C5A8F-500B-4089-A210-65BE40581F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7503" y="4550146"/>
            <a:ext cx="2640803" cy="16164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Geração Z (18 a 25 anos de idade)</a:t>
            </a:r>
          </a:p>
        </p:txBody>
      </p:sp>
      <p:pic>
        <p:nvPicPr>
          <p:cNvPr id="93" name="Espaço Reservado para Imagem 92" descr="ícone de um porquinho-cofre">
            <a:extLst>
              <a:ext uri="{FF2B5EF4-FFF2-40B4-BE49-F238E27FC236}">
                <a16:creationId xmlns:a16="http://schemas.microsoft.com/office/drawing/2014/main" id="{72B05E96-95BD-47EE-996E-6B2C14EBD1B4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5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2" name="Espaço Reservado para Texto 31">
            <a:extLst>
              <a:ext uri="{FF2B5EF4-FFF2-40B4-BE49-F238E27FC236}">
                <a16:creationId xmlns:a16="http://schemas.microsoft.com/office/drawing/2014/main" id="{561059DA-EA8B-4860-B58D-BBFD6C2CFC5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0" y="4218499"/>
            <a:ext cx="2640803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Economia de custos</a:t>
            </a:r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491AC0FF-532B-4B36-BE1C-83B71D783B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534014"/>
            <a:ext cx="2640803" cy="16164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Reduz as despesas com produtos de reposição </a:t>
            </a:r>
          </a:p>
        </p:txBody>
      </p:sp>
      <p:pic>
        <p:nvPicPr>
          <p:cNvPr id="94" name="Espaço Reservado para Imagem 93" descr="ícone de pilha de papéis">
            <a:extLst>
              <a:ext uri="{FF2B5EF4-FFF2-40B4-BE49-F238E27FC236}">
                <a16:creationId xmlns:a16="http://schemas.microsoft.com/office/drawing/2014/main" id="{8C7C9F51-16A3-43F8-8724-9F145C4AD51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6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921263C4-F13B-47F6-A4A0-816A8D261C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6967" y="4218499"/>
            <a:ext cx="2640803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Fácil de usar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D16C7B99-9723-4022-8904-97B66907F1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46967" y="4534014"/>
            <a:ext cx="2640803" cy="16164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Design simples que dá aos clientes as informações específicas de que eles precisam</a:t>
            </a:r>
          </a:p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A344E8-12AB-4BC6-9FA0-D3FFCDFD1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DAFBEEF-2BDC-48F9-ACA2-5A9324E7B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110604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ítulo 33">
            <a:extLst>
              <a:ext uri="{FF2B5EF4-FFF2-40B4-BE49-F238E27FC236}">
                <a16:creationId xmlns:a16="http://schemas.microsoft.com/office/drawing/2014/main" id="{4BB0BCF4-9D20-4758-AE5E-FC431503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1" y="760406"/>
            <a:ext cx="5424988" cy="5792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Modelo de Negócios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F09B50DC-B299-47D5-8FBF-8BB1F764A5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5511" y="3417877"/>
            <a:ext cx="280628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Pesquisa</a:t>
            </a:r>
          </a:p>
        </p:txBody>
      </p:sp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5B2431E2-5AF0-49F8-8C0F-52F1C1171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5511" y="3766050"/>
            <a:ext cx="2806280" cy="11489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Baseamos nossa pesquisa em tendências de mercado e mídia social</a:t>
            </a:r>
          </a:p>
        </p:txBody>
      </p:sp>
      <p:sp>
        <p:nvSpPr>
          <p:cNvPr id="42" name="Espaço Reservado para Texto 41">
            <a:extLst>
              <a:ext uri="{FF2B5EF4-FFF2-40B4-BE49-F238E27FC236}">
                <a16:creationId xmlns:a16="http://schemas.microsoft.com/office/drawing/2014/main" id="{974545B8-60BB-4D0D-8EE6-4D20EFAB71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4520" y="3400925"/>
            <a:ext cx="280628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Abstrato</a:t>
            </a:r>
          </a:p>
        </p:txBody>
      </p:sp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947754CF-0306-43C0-AAC6-F0E44B385D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49532" y="3749098"/>
            <a:ext cx="3336256" cy="11489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Acreditamos que as pessoas precisam de mais produtos especificamente dedicados a este nicho de mercado</a:t>
            </a:r>
          </a:p>
        </p:txBody>
      </p:sp>
      <p:sp>
        <p:nvSpPr>
          <p:cNvPr id="44" name="Espaço Reservado para Texto 43">
            <a:extLst>
              <a:ext uri="{FF2B5EF4-FFF2-40B4-BE49-F238E27FC236}">
                <a16:creationId xmlns:a16="http://schemas.microsoft.com/office/drawing/2014/main" id="{08BF14CB-16F9-4C81-89C6-D1803D9FF6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3529" y="3400925"/>
            <a:ext cx="269224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Design</a:t>
            </a:r>
          </a:p>
        </p:txBody>
      </p:sp>
      <p:sp>
        <p:nvSpPr>
          <p:cNvPr id="45" name="Espaço Reservado para Texto 44">
            <a:extLst>
              <a:ext uri="{FF2B5EF4-FFF2-40B4-BE49-F238E27FC236}">
                <a16:creationId xmlns:a16="http://schemas.microsoft.com/office/drawing/2014/main" id="{BF20205F-2E3B-455D-AD51-19DBA042B6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63529" y="3749098"/>
            <a:ext cx="2692240" cy="11489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Minimalista e fácil de usar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0E4B4A-B5D3-478E-8BA4-CF2034B52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A7569EA-9732-4A17-BF57-C64DBC5B9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8</a:t>
            </a:fld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2E4A9E0-B9B8-477E-BAB2-C435AE05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68225" y="2771218"/>
            <a:ext cx="65900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D367819-9C54-4A3B-90AC-2B4EEEBCC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5812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pic>
        <p:nvPicPr>
          <p:cNvPr id="14" name="Elemento Gráfico 13">
            <a:extLst>
              <a:ext uri="{FF2B5EF4-FFF2-40B4-BE49-F238E27FC236}">
                <a16:creationId xmlns:a16="http://schemas.microsoft.com/office/drawing/2014/main" id="{5EB2FC54-BDCC-433E-9F5F-4479FEC4C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077" y="2471644"/>
            <a:ext cx="599148" cy="599148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F42323A-F1D2-482E-AE8B-36FC42FC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4821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pic>
        <p:nvPicPr>
          <p:cNvPr id="16" name="Elemento Gráfico 15">
            <a:extLst>
              <a:ext uri="{FF2B5EF4-FFF2-40B4-BE49-F238E27FC236}">
                <a16:creationId xmlns:a16="http://schemas.microsoft.com/office/drawing/2014/main" id="{4F06236B-DDE6-47A9-8020-9F1D55DB8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8086" y="2471644"/>
            <a:ext cx="599148" cy="599148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CD56C48C-948A-41FB-A293-F6907B59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810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pic>
        <p:nvPicPr>
          <p:cNvPr id="18" name="Elemento gráfico 17">
            <a:extLst>
              <a:ext uri="{FF2B5EF4-FFF2-40B4-BE49-F238E27FC236}">
                <a16:creationId xmlns:a16="http://schemas.microsoft.com/office/drawing/2014/main" id="{9228EBB1-292A-4381-80B0-8545A1B57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10075" y="2471644"/>
            <a:ext cx="599148" cy="59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267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45">
            <a:extLst>
              <a:ext uri="{FF2B5EF4-FFF2-40B4-BE49-F238E27FC236}">
                <a16:creationId xmlns:a16="http://schemas.microsoft.com/office/drawing/2014/main" id="{33E47C41-D39A-4245-A7A3-ED0AB850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193" y="1380501"/>
            <a:ext cx="6564640" cy="991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Visão geral da oportunidade de mercado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5B0169F7-C655-419A-837E-361F2B2148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2337" y="3400981"/>
            <a:ext cx="2693128" cy="991689"/>
          </a:xfrm>
        </p:spPr>
        <p:txBody>
          <a:bodyPr rtlCol="0"/>
          <a:lstStyle>
            <a:defPPr>
              <a:defRPr lang="pt-BR"/>
            </a:defPPr>
          </a:lstStyle>
          <a:p>
            <a:pPr lvl="0" rtl="0"/>
            <a:r>
              <a:rPr lang="pt-BR" sz="3200" dirty="0"/>
              <a:t>R$ 3 bilhões</a:t>
            </a:r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3686A163-9DC0-4062-B9F2-7356DCF3AE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2336" y="4670980"/>
            <a:ext cx="2693129" cy="115163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Oportunidade de construir</a:t>
            </a:r>
          </a:p>
          <a:p>
            <a:pPr rtl="0"/>
            <a:r>
              <a:rPr lang="pt-BR"/>
              <a:t>Mercado totalmente inclusivo</a:t>
            </a:r>
          </a:p>
          <a:p>
            <a:pPr rtl="0"/>
            <a:r>
              <a:rPr lang="pt-BR"/>
              <a:t>Mercado totalmente endereçável</a:t>
            </a:r>
          </a:p>
        </p:txBody>
      </p:sp>
      <p:sp>
        <p:nvSpPr>
          <p:cNvPr id="52" name="Espaço Reservado para Texto 51">
            <a:extLst>
              <a:ext uri="{FF2B5EF4-FFF2-40B4-BE49-F238E27FC236}">
                <a16:creationId xmlns:a16="http://schemas.microsoft.com/office/drawing/2014/main" id="{A6CE42C0-A515-44EB-BC74-1BABB144F8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87933" y="3400981"/>
            <a:ext cx="2693128" cy="991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3200" dirty="0"/>
              <a:t>R$ 1 bilhão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8AF842C8-A5D3-45DC-A744-72AF8C8786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87931" y="4670980"/>
            <a:ext cx="2693129" cy="115163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Liberdade para inventar</a:t>
            </a:r>
          </a:p>
          <a:p>
            <a:pPr rtl="0"/>
            <a:r>
              <a:rPr lang="pt-BR"/>
              <a:t>Mercado seletivamente inclusivo</a:t>
            </a:r>
          </a:p>
          <a:p>
            <a:pPr rtl="0"/>
            <a:r>
              <a:rPr lang="pt-BR"/>
              <a:t>Mercado operável e disponível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8182F801-E17C-4A69-AD17-239F51B8AA2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83530" y="3400981"/>
            <a:ext cx="2693128" cy="991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3200" dirty="0"/>
              <a:t>R$ 2 bilhões</a:t>
            </a:r>
          </a:p>
        </p:txBody>
      </p:sp>
      <p:sp>
        <p:nvSpPr>
          <p:cNvPr id="51" name="Espaço Reservado para Texto 50">
            <a:extLst>
              <a:ext uri="{FF2B5EF4-FFF2-40B4-BE49-F238E27FC236}">
                <a16:creationId xmlns:a16="http://schemas.microsoft.com/office/drawing/2014/main" id="{1FD9BD1C-061E-444C-9C04-891206C401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83528" y="4670980"/>
            <a:ext cx="2693129" cy="140324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Poucos concorrentes</a:t>
            </a:r>
          </a:p>
          <a:p>
            <a:pPr rtl="0"/>
            <a:r>
              <a:rPr lang="pt-BR" dirty="0"/>
              <a:t>Mercado especificamente direcionado</a:t>
            </a:r>
          </a:p>
          <a:p>
            <a:pPr rtl="0"/>
            <a:r>
              <a:rPr lang="pt-BR" dirty="0"/>
              <a:t>Mercado operável e acessível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A25CFF5-858C-4164-9FC5-90CD2124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7C97396-5C5E-4112-B44F-BAEFC9E0A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9</a:t>
            </a:fld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645F8A3-F409-4E82-902F-3686B4C0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1114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4785493-3983-4D5B-89C1-18CAAE0A8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76709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CEE9FFB6-DC81-4156-AEF7-2BDD543C8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72306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61378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74" y="1327759"/>
            <a:ext cx="4989628" cy="192950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Pitch Deck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934" y="3257264"/>
            <a:ext cx="4989628" cy="81602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Mirjam Nilsson​</a:t>
            </a:r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319B9FFB-0977-4525-8A44-982CB03E8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3820" y="2123274"/>
            <a:ext cx="1002380" cy="1002380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2F7667-6964-4684-A3BD-F37CCB6F5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50312" y="4204682"/>
            <a:ext cx="1002380" cy="1002380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39BF04E-4802-4FB1-8AD8-B559526E3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12835" y="4379153"/>
            <a:ext cx="1002380" cy="1002380"/>
          </a:xfrm>
          <a:prstGeom prst="ellipse">
            <a:avLst/>
          </a:prstGeom>
          <a:noFill/>
          <a:ln w="19050">
            <a:solidFill>
              <a:schemeClr val="accent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85C500-FA8C-47EB-A9D6-D73CEC78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7802" y="4066610"/>
            <a:ext cx="1002380" cy="1002380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C8F4A0-5A3F-4793-948C-37C7F63B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6945" y="4940495"/>
            <a:ext cx="1002380" cy="100238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FDAC96-A13C-45C8-85D9-E76C3F073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4833" y="1861234"/>
            <a:ext cx="1584471" cy="158447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66" name="Título 65">
            <a:extLst>
              <a:ext uri="{FF2B5EF4-FFF2-40B4-BE49-F238E27FC236}">
                <a16:creationId xmlns:a16="http://schemas.microsoft.com/office/drawing/2014/main" id="{2064AD79-FC3F-4ACB-9FCC-5DB4E1A3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07" y="501519"/>
            <a:ext cx="10515600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 dirty="0"/>
              <a:t>Nosso gráfico da concorrência</a:t>
            </a:r>
            <a:br>
              <a:rPr lang="pt-BR" dirty="0"/>
            </a:br>
            <a:endParaRPr lang="pt-BR" dirty="0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778AC672-B3A8-4818-A2DD-4AC4E09C21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27206" y="1599947"/>
            <a:ext cx="1706965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conveniente</a:t>
            </a:r>
          </a:p>
        </p:txBody>
      </p:sp>
      <p:sp>
        <p:nvSpPr>
          <p:cNvPr id="107" name="Espaço Reservado para Texto 106">
            <a:extLst>
              <a:ext uri="{FF2B5EF4-FFF2-40B4-BE49-F238E27FC236}">
                <a16:creationId xmlns:a16="http://schemas.microsoft.com/office/drawing/2014/main" id="{D03D5EA3-71CF-48D3-9275-FD6D80F021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23421" y="2378452"/>
            <a:ext cx="1183179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F4EE2917-789E-49D4-B116-1CFBDB471D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43586" y="2129182"/>
            <a:ext cx="1706965" cy="104857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 err="1"/>
              <a:t>Contoso</a:t>
            </a:r>
            <a:endParaRPr lang="pt-BR" dirty="0"/>
          </a:p>
        </p:txBody>
      </p:sp>
      <p:sp>
        <p:nvSpPr>
          <p:cNvPr id="31" name="Espaço Reservado para Texto 30">
            <a:extLst>
              <a:ext uri="{FF2B5EF4-FFF2-40B4-BE49-F238E27FC236}">
                <a16:creationId xmlns:a16="http://schemas.microsoft.com/office/drawing/2014/main" id="{926BA2DA-C2D4-4602-A901-B6642B6500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39677" y="3528829"/>
            <a:ext cx="1209143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caro</a:t>
            </a:r>
          </a:p>
        </p:txBody>
      </p:sp>
      <p:sp>
        <p:nvSpPr>
          <p:cNvPr id="32" name="Espaço Reservado para Texto 31">
            <a:extLst>
              <a:ext uri="{FF2B5EF4-FFF2-40B4-BE49-F238E27FC236}">
                <a16:creationId xmlns:a16="http://schemas.microsoft.com/office/drawing/2014/main" id="{09D3632F-CFE2-4072-8A8C-DF1D84B0A5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31018" y="3528829"/>
            <a:ext cx="1380681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preço acessível</a:t>
            </a:r>
          </a:p>
        </p:txBody>
      </p:sp>
      <p:sp>
        <p:nvSpPr>
          <p:cNvPr id="119" name="Espaço Reservado para Texto 118">
            <a:extLst>
              <a:ext uri="{FF2B5EF4-FFF2-40B4-BE49-F238E27FC236}">
                <a16:creationId xmlns:a16="http://schemas.microsoft.com/office/drawing/2014/main" id="{0F7C41D5-D65D-452F-93E8-B49828DD85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22436" y="4634331"/>
            <a:ext cx="1183179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</a:t>
            </a:r>
          </a:p>
        </p:txBody>
      </p:sp>
      <p:sp>
        <p:nvSpPr>
          <p:cNvPr id="118" name="Espaço Reservado para Texto 117">
            <a:extLst>
              <a:ext uri="{FF2B5EF4-FFF2-40B4-BE49-F238E27FC236}">
                <a16:creationId xmlns:a16="http://schemas.microsoft.com/office/drawing/2014/main" id="{F91DCB5A-57D3-4EBF-A9A1-B708D2A134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59913" y="4459860"/>
            <a:ext cx="1183179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</a:t>
            </a:r>
          </a:p>
        </p:txBody>
      </p:sp>
      <p:sp>
        <p:nvSpPr>
          <p:cNvPr id="120" name="Espaço Reservado para Texto 119">
            <a:extLst>
              <a:ext uri="{FF2B5EF4-FFF2-40B4-BE49-F238E27FC236}">
                <a16:creationId xmlns:a16="http://schemas.microsoft.com/office/drawing/2014/main" id="{8C60C4A6-41AD-4FB6-A2B5-385108B9D9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37403" y="4321788"/>
            <a:ext cx="1183179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</a:t>
            </a:r>
          </a:p>
        </p:txBody>
      </p:sp>
      <p:sp>
        <p:nvSpPr>
          <p:cNvPr id="34" name="Espaço Reservado para Texto 33">
            <a:extLst>
              <a:ext uri="{FF2B5EF4-FFF2-40B4-BE49-F238E27FC236}">
                <a16:creationId xmlns:a16="http://schemas.microsoft.com/office/drawing/2014/main" id="{DD0E0121-9CF8-404E-ACC6-53AFD861FE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27206" y="5468790"/>
            <a:ext cx="1706965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Inconveniente</a:t>
            </a:r>
          </a:p>
        </p:txBody>
      </p:sp>
      <p:sp>
        <p:nvSpPr>
          <p:cNvPr id="121" name="Espaço Reservado para Texto 120">
            <a:extLst>
              <a:ext uri="{FF2B5EF4-FFF2-40B4-BE49-F238E27FC236}">
                <a16:creationId xmlns:a16="http://schemas.microsoft.com/office/drawing/2014/main" id="{7B873056-ABAF-409E-9B1F-8C0284480F9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86546" y="5195673"/>
            <a:ext cx="1183179" cy="4920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FD96604-7FB5-4F50-A96E-4386473A5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76D13EE-70A1-4778-AF2D-A9A1C2D8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061810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B5DCDD26-2EBE-4DA1-88E6-739CC32A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5301" y="2994608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05DC8A-F469-4525-9B35-A48C39C67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05343" y="2994608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532D8B-A149-411A-B087-EBA1EE6C6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49019" y="2994608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53" name="Título 52">
            <a:extLst>
              <a:ext uri="{FF2B5EF4-FFF2-40B4-BE49-F238E27FC236}">
                <a16:creationId xmlns:a16="http://schemas.microsoft.com/office/drawing/2014/main" id="{24046B9E-C52D-4466-AE77-E724F5B0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146" y="1158710"/>
            <a:ext cx="9260058" cy="67778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Estratégia de crescimento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628F2B12-A6FB-49BB-8D11-55B45902D3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19730" y="1836492"/>
            <a:ext cx="5152539" cy="71845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Como dimensionaremos no futuro</a:t>
            </a:r>
          </a:p>
        </p:txBody>
      </p:sp>
      <p:sp>
        <p:nvSpPr>
          <p:cNvPr id="31" name="Espaço Reservado para Texto 30">
            <a:extLst>
              <a:ext uri="{FF2B5EF4-FFF2-40B4-BE49-F238E27FC236}">
                <a16:creationId xmlns:a16="http://schemas.microsoft.com/office/drawing/2014/main" id="{5B9D383F-A60F-4C89-8A00-CF56949700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33290" y="3262556"/>
            <a:ext cx="1706965" cy="104857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Fevereiro de 20AA</a:t>
            </a:r>
          </a:p>
        </p:txBody>
      </p:sp>
      <p:sp>
        <p:nvSpPr>
          <p:cNvPr id="32" name="Espaço Reservado para Texto 31">
            <a:extLst>
              <a:ext uri="{FF2B5EF4-FFF2-40B4-BE49-F238E27FC236}">
                <a16:creationId xmlns:a16="http://schemas.microsoft.com/office/drawing/2014/main" id="{1F406394-948C-4B32-9F32-893A9CDFB90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53332" y="3262556"/>
            <a:ext cx="1706965" cy="104857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Maio de 20AA</a:t>
            </a: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00564ED2-7D0C-49B7-ABB1-6D7E498CDA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97009" y="3262556"/>
            <a:ext cx="1636482" cy="104857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Outubro de 20AA</a:t>
            </a:r>
          </a:p>
        </p:txBody>
      </p:sp>
      <p:sp>
        <p:nvSpPr>
          <p:cNvPr id="58" name="Espaço Reservado para Texto 57">
            <a:extLst>
              <a:ext uri="{FF2B5EF4-FFF2-40B4-BE49-F238E27FC236}">
                <a16:creationId xmlns:a16="http://schemas.microsoft.com/office/drawing/2014/main" id="{D4D6CB0C-A7D9-4409-AB5D-E136D3307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2028" y="4704557"/>
            <a:ext cx="2431015" cy="11489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Lançar o produto a participantes de alto perfil ou de alto nível para ajudar a estabelecer o produto</a:t>
            </a:r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C57077DD-31D5-47C0-8A51-7084E938B94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91306" y="4704558"/>
            <a:ext cx="2431015" cy="11489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Lance o produto para o público em geral e monitore o comunicado à imprensa e as contas de mídia social</a:t>
            </a:r>
          </a:p>
        </p:txBody>
      </p:sp>
      <p:sp>
        <p:nvSpPr>
          <p:cNvPr id="60" name="Espaço Reservado para Texto 59">
            <a:extLst>
              <a:ext uri="{FF2B5EF4-FFF2-40B4-BE49-F238E27FC236}">
                <a16:creationId xmlns:a16="http://schemas.microsoft.com/office/drawing/2014/main" id="{E7D0D0D6-1ED1-462C-B06F-D055EA885C5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834982" y="4704557"/>
            <a:ext cx="2431015" cy="11489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Reunir comentários e ajustar o design do produto conforme necessário</a:t>
            </a:r>
          </a:p>
        </p:txBody>
      </p:sp>
      <p:sp>
        <p:nvSpPr>
          <p:cNvPr id="24" name="Espaço Reservado para Rodapé 23">
            <a:extLst>
              <a:ext uri="{FF2B5EF4-FFF2-40B4-BE49-F238E27FC236}">
                <a16:creationId xmlns:a16="http://schemas.microsoft.com/office/drawing/2014/main" id="{4A4EFB0B-EDB6-4E5D-BD82-B6F5A96E2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25" name="Espaço Reservado para o Número do Slide 24">
            <a:extLst>
              <a:ext uri="{FF2B5EF4-FFF2-40B4-BE49-F238E27FC236}">
                <a16:creationId xmlns:a16="http://schemas.microsoft.com/office/drawing/2014/main" id="{97A7A317-65B9-416D-A896-F174F465E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159462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ítulo 520">
            <a:extLst>
              <a:ext uri="{FF2B5EF4-FFF2-40B4-BE49-F238E27FC236}">
                <a16:creationId xmlns:a16="http://schemas.microsoft.com/office/drawing/2014/main" id="{75E89A79-8045-461F-B701-875D0FD4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98" y="512299"/>
            <a:ext cx="10515600" cy="72738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Plano de ação de dois anos</a:t>
            </a:r>
          </a:p>
        </p:txBody>
      </p:sp>
      <p:sp>
        <p:nvSpPr>
          <p:cNvPr id="265" name="Espaço Reservado para Texto 264">
            <a:extLst>
              <a:ext uri="{FF2B5EF4-FFF2-40B4-BE49-F238E27FC236}">
                <a16:creationId xmlns:a16="http://schemas.microsoft.com/office/drawing/2014/main" id="{80DEB6D2-1B7D-4DB3-B668-8D4711ADFC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992423" y="1780403"/>
            <a:ext cx="1440088" cy="58624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Rascunho do projeto</a:t>
            </a:r>
          </a:p>
        </p:txBody>
      </p:sp>
      <p:sp>
        <p:nvSpPr>
          <p:cNvPr id="359" name="Espaço Reservado para Texto 358">
            <a:extLst>
              <a:ext uri="{FF2B5EF4-FFF2-40B4-BE49-F238E27FC236}">
                <a16:creationId xmlns:a16="http://schemas.microsoft.com/office/drawing/2014/main" id="{24201780-B905-4CC0-A002-E052C967096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360668" y="1780403"/>
            <a:ext cx="1440088" cy="58624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Executar grupos de foco</a:t>
            </a:r>
          </a:p>
        </p:txBody>
      </p:sp>
      <p:sp>
        <p:nvSpPr>
          <p:cNvPr id="360" name="Espaço Reservado para Texto 359">
            <a:extLst>
              <a:ext uri="{FF2B5EF4-FFF2-40B4-BE49-F238E27FC236}">
                <a16:creationId xmlns:a16="http://schemas.microsoft.com/office/drawing/2014/main" id="{21E19E01-1E76-46A1-BFDD-F02550302CA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307743" y="1780403"/>
            <a:ext cx="1440088" cy="58624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Reunir comentários</a:t>
            </a:r>
          </a:p>
        </p:txBody>
      </p:sp>
      <p:sp>
        <p:nvSpPr>
          <p:cNvPr id="117" name="Espaço Reservado para Texto 116">
            <a:extLst>
              <a:ext uri="{FF2B5EF4-FFF2-40B4-BE49-F238E27FC236}">
                <a16:creationId xmlns:a16="http://schemas.microsoft.com/office/drawing/2014/main" id="{E7989F67-1903-4A19-A106-F0EF1A1F50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5322" y="2436036"/>
            <a:ext cx="1194201" cy="50172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20AA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136CD9B0-0D33-483A-8178-E8D42A035C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5402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Jan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2C9AC3EB-BB29-45E4-B0F6-57C288376F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64817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Fev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2659488C-2AB1-41CD-81A6-2CB1D89A0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54232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Mar</a:t>
            </a:r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A43C4ED9-1027-445A-A826-A807CFC087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43647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Abr</a:t>
            </a:r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B09EB51E-092D-4C97-B81F-91EF721ED80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33062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Mai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9CA707E6-1153-42ED-B68A-B36B00A4FA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622477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Jun</a:t>
            </a:r>
          </a:p>
        </p:txBody>
      </p:sp>
      <p:sp>
        <p:nvSpPr>
          <p:cNvPr id="27" name="Espaço Reservado para Texto 26">
            <a:extLst>
              <a:ext uri="{FF2B5EF4-FFF2-40B4-BE49-F238E27FC236}">
                <a16:creationId xmlns:a16="http://schemas.microsoft.com/office/drawing/2014/main" id="{4EB230FD-A423-4C1B-A131-826E8FDF873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11892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Jul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1A709C7F-A89A-4221-A69B-D39EE05158C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01307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Ago.</a:t>
            </a:r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0D50A79D-B5A3-4958-881E-84CCD4C042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90722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Set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D1B929E5-2D2A-44DA-AF7C-A69B7C449A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80137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Out</a:t>
            </a:r>
          </a:p>
        </p:txBody>
      </p:sp>
      <p:sp>
        <p:nvSpPr>
          <p:cNvPr id="31" name="Espaço Reservado para Texto 30">
            <a:extLst>
              <a:ext uri="{FF2B5EF4-FFF2-40B4-BE49-F238E27FC236}">
                <a16:creationId xmlns:a16="http://schemas.microsoft.com/office/drawing/2014/main" id="{200D9E81-7ACC-48D9-B066-8DB4664FF81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69552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Nov</a:t>
            </a:r>
          </a:p>
        </p:txBody>
      </p:sp>
      <p:sp>
        <p:nvSpPr>
          <p:cNvPr id="32" name="Espaço Reservado para Texto 31">
            <a:extLst>
              <a:ext uri="{FF2B5EF4-FFF2-40B4-BE49-F238E27FC236}">
                <a16:creationId xmlns:a16="http://schemas.microsoft.com/office/drawing/2014/main" id="{59EF5B5B-BF97-4209-AF1D-A811D2A5AB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358963" y="2774313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Dez</a:t>
            </a:r>
          </a:p>
        </p:txBody>
      </p:sp>
      <p:sp>
        <p:nvSpPr>
          <p:cNvPr id="564" name="Espaço Reservado para Texto 563">
            <a:extLst>
              <a:ext uri="{FF2B5EF4-FFF2-40B4-BE49-F238E27FC236}">
                <a16:creationId xmlns:a16="http://schemas.microsoft.com/office/drawing/2014/main" id="{F2B336D5-ADE1-457B-B99D-F7EC2A4A311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92423" y="3563114"/>
            <a:ext cx="1440088" cy="58624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Teste do projeto</a:t>
            </a:r>
          </a:p>
        </p:txBody>
      </p:sp>
      <p:sp>
        <p:nvSpPr>
          <p:cNvPr id="565" name="Espaço Reservado para Texto 564">
            <a:extLst>
              <a:ext uri="{FF2B5EF4-FFF2-40B4-BE49-F238E27FC236}">
                <a16:creationId xmlns:a16="http://schemas.microsoft.com/office/drawing/2014/main" id="{D6884773-025A-4056-9120-967A7484E1F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39498" y="3563114"/>
            <a:ext cx="1440088" cy="58624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Lançamento do projeto</a:t>
            </a:r>
          </a:p>
        </p:txBody>
      </p:sp>
      <p:sp>
        <p:nvSpPr>
          <p:cNvPr id="566" name="Espaço Reservado para Texto 565">
            <a:extLst>
              <a:ext uri="{FF2B5EF4-FFF2-40B4-BE49-F238E27FC236}">
                <a16:creationId xmlns:a16="http://schemas.microsoft.com/office/drawing/2014/main" id="{FBD2A640-DB0A-44EA-AC04-32643D22EEF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886573" y="3563114"/>
            <a:ext cx="1440088" cy="58624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Entregar ao cliente</a:t>
            </a:r>
          </a:p>
        </p:txBody>
      </p:sp>
      <p:sp>
        <p:nvSpPr>
          <p:cNvPr id="118" name="Espaço Reservado para Texto 117">
            <a:extLst>
              <a:ext uri="{FF2B5EF4-FFF2-40B4-BE49-F238E27FC236}">
                <a16:creationId xmlns:a16="http://schemas.microsoft.com/office/drawing/2014/main" id="{81ABC74D-88CC-4A76-8A8D-F81C078BE9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05322" y="4134112"/>
            <a:ext cx="1194201" cy="50172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20AA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BE507CAC-2AEA-4E98-917E-58DA9BF7F0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675402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Jan</a:t>
            </a:r>
          </a:p>
        </p:txBody>
      </p:sp>
      <p:sp>
        <p:nvSpPr>
          <p:cNvPr id="50" name="Espaço Reservado para Texto 49">
            <a:extLst>
              <a:ext uri="{FF2B5EF4-FFF2-40B4-BE49-F238E27FC236}">
                <a16:creationId xmlns:a16="http://schemas.microsoft.com/office/drawing/2014/main" id="{FBCFD3EC-BE47-440E-A3D2-19921F772FE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464817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Fev</a:t>
            </a:r>
          </a:p>
        </p:txBody>
      </p:sp>
      <p:sp>
        <p:nvSpPr>
          <p:cNvPr id="51" name="Espaço Reservado para Texto 50">
            <a:extLst>
              <a:ext uri="{FF2B5EF4-FFF2-40B4-BE49-F238E27FC236}">
                <a16:creationId xmlns:a16="http://schemas.microsoft.com/office/drawing/2014/main" id="{CB05F6D6-4A56-4230-99DC-8FC74BBA428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54232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Mar</a:t>
            </a:r>
          </a:p>
        </p:txBody>
      </p:sp>
      <p:sp>
        <p:nvSpPr>
          <p:cNvPr id="52" name="Espaço Reservado para Texto 51">
            <a:extLst>
              <a:ext uri="{FF2B5EF4-FFF2-40B4-BE49-F238E27FC236}">
                <a16:creationId xmlns:a16="http://schemas.microsoft.com/office/drawing/2014/main" id="{F3BC8B38-4447-462E-9B98-085EEB3DF7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043647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Abr</a:t>
            </a:r>
          </a:p>
        </p:txBody>
      </p:sp>
      <p:sp>
        <p:nvSpPr>
          <p:cNvPr id="53" name="Espaço Reservado para Texto 52">
            <a:extLst>
              <a:ext uri="{FF2B5EF4-FFF2-40B4-BE49-F238E27FC236}">
                <a16:creationId xmlns:a16="http://schemas.microsoft.com/office/drawing/2014/main" id="{096CE8AF-DCA7-4FDD-B792-73BFD0D0FD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33062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Mai</a:t>
            </a:r>
          </a:p>
        </p:txBody>
      </p:sp>
      <p:sp>
        <p:nvSpPr>
          <p:cNvPr id="54" name="Espaço Reservado para Texto 53">
            <a:extLst>
              <a:ext uri="{FF2B5EF4-FFF2-40B4-BE49-F238E27FC236}">
                <a16:creationId xmlns:a16="http://schemas.microsoft.com/office/drawing/2014/main" id="{5B9D4BA0-B371-40E9-AA9C-DBAB7E804FD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22477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Jun</a:t>
            </a:r>
          </a:p>
        </p:txBody>
      </p:sp>
      <p:sp>
        <p:nvSpPr>
          <p:cNvPr id="55" name="Espaço Reservado para Texto 54">
            <a:extLst>
              <a:ext uri="{FF2B5EF4-FFF2-40B4-BE49-F238E27FC236}">
                <a16:creationId xmlns:a16="http://schemas.microsoft.com/office/drawing/2014/main" id="{EF3CD94E-5BA2-4097-A125-B94982A4FC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11892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Jul</a:t>
            </a:r>
          </a:p>
        </p:txBody>
      </p:sp>
      <p:sp>
        <p:nvSpPr>
          <p:cNvPr id="56" name="Espaço Reservado para Texto 55">
            <a:extLst>
              <a:ext uri="{FF2B5EF4-FFF2-40B4-BE49-F238E27FC236}">
                <a16:creationId xmlns:a16="http://schemas.microsoft.com/office/drawing/2014/main" id="{7BA76994-6E86-409E-BEFD-BAB3662210D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201307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Ago</a:t>
            </a:r>
          </a:p>
        </p:txBody>
      </p:sp>
      <p:sp>
        <p:nvSpPr>
          <p:cNvPr id="57" name="Espaço Reservado para Texto 56">
            <a:extLst>
              <a:ext uri="{FF2B5EF4-FFF2-40B4-BE49-F238E27FC236}">
                <a16:creationId xmlns:a16="http://schemas.microsoft.com/office/drawing/2014/main" id="{89A5B9CA-0571-4E52-8820-C4D9ABE1E7A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990722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Set</a:t>
            </a:r>
          </a:p>
        </p:txBody>
      </p:sp>
      <p:sp>
        <p:nvSpPr>
          <p:cNvPr id="58" name="Espaço Reservado para Texto 57">
            <a:extLst>
              <a:ext uri="{FF2B5EF4-FFF2-40B4-BE49-F238E27FC236}">
                <a16:creationId xmlns:a16="http://schemas.microsoft.com/office/drawing/2014/main" id="{4FB742B5-6136-4D89-836B-2AE443DEEA6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80137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Out</a:t>
            </a:r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4B130F84-F904-404E-840F-C6515BA16A2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569552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Nov</a:t>
            </a:r>
          </a:p>
        </p:txBody>
      </p:sp>
      <p:sp>
        <p:nvSpPr>
          <p:cNvPr id="60" name="Espaço Reservado para Texto 59">
            <a:extLst>
              <a:ext uri="{FF2B5EF4-FFF2-40B4-BE49-F238E27FC236}">
                <a16:creationId xmlns:a16="http://schemas.microsoft.com/office/drawing/2014/main" id="{C532FF97-9822-4F48-94D1-728CBD2E1C6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58963" y="4476140"/>
            <a:ext cx="495300" cy="9044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Dez</a:t>
            </a:r>
          </a:p>
        </p:txBody>
      </p:sp>
      <p:sp>
        <p:nvSpPr>
          <p:cNvPr id="801" name="Espaço Reservado para Rodapé 800">
            <a:extLst>
              <a:ext uri="{FF2B5EF4-FFF2-40B4-BE49-F238E27FC236}">
                <a16:creationId xmlns:a16="http://schemas.microsoft.com/office/drawing/2014/main" id="{CC3358B5-0C47-4100-97BA-A72EF6669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802" name="Espaço Reservado para o Número do Slide 801">
            <a:extLst>
              <a:ext uri="{FF2B5EF4-FFF2-40B4-BE49-F238E27FC236}">
                <a16:creationId xmlns:a16="http://schemas.microsoft.com/office/drawing/2014/main" id="{A7FD67B3-0EAD-4823-9CB1-01BC55F3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E9880F65-3481-4185-A6A4-9E704ED6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35966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65ED933E-07EF-4D98-BF2F-857A474AA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25447" y="2599627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BCB9E7A7-C7A3-4817-B0F4-C1F36CEC7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14928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E2B365D-92EC-488A-A4FF-B400D8EFE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04409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9AC5439A-F0E7-4D55-9C8D-2FC3D2611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3890" y="2599627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F4A87E7-E901-41C3-88BF-AFB18B0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83371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5755882-09E4-465D-9926-DC1427393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72852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D802889C-9F91-489E-9076-E94A595A6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62333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891E0934-BF07-4F35-B68E-468112E87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814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A37E9BDD-0CD7-4027-9E5F-AB474E982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1295" y="2599627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155AFA18-43A3-42F1-9531-670829C37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30776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1F69ED1-3E32-4540-AE8B-D71CE1922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20258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E8944B4-18FD-498F-9CFB-221CD132D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5966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5D37E8DF-F521-4857-AD61-721C6EBF2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5447" y="4304098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0C966B63-C451-4DD8-A1CD-FA767541F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4928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8D9D00B5-99AD-4A4E-B9AC-C28AA88A3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4409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8E07D7D-09A1-435A-92A7-39F78FAD2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3890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3B351D7-5FB7-4D53-92E1-3306A16B4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83371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F39FFA4F-D65D-4FB6-88D7-FBE005F21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2333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22A90C3-72CD-4A82-972D-1D330862A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1814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864FDF0-179F-42B6-AEF6-5ADE8CD6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41295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4E077E29-52F8-4D74-A61E-62322621C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30776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F92E00A5-49F8-41E0-8146-14DA6DF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20258" y="4304098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0F8A85D2-9F79-4560-96CE-8296F8097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2852" y="4304098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>
              <a:latin typeface="Calibri" panose="020F0502020204030204" pitchFamily="34" charset="0"/>
            </a:endParaRPr>
          </a:p>
        </p:txBody>
      </p:sp>
      <p:cxnSp>
        <p:nvCxnSpPr>
          <p:cNvPr id="642" name="Conector Reto 641">
            <a:extLst>
              <a:ext uri="{FF2B5EF4-FFF2-40B4-BE49-F238E27FC236}">
                <a16:creationId xmlns:a16="http://schemas.microsoft.com/office/drawing/2014/main" id="{663A4986-FD42-4C5F-9B10-9E87A4DD4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712533" y="2411919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Conector Reto 646">
            <a:extLst>
              <a:ext uri="{FF2B5EF4-FFF2-40B4-BE49-F238E27FC236}">
                <a16:creationId xmlns:a16="http://schemas.microsoft.com/office/drawing/2014/main" id="{2C3C163E-838F-4377-9BE7-B41E523B7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078740" y="2411919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Conector Reto 648">
            <a:extLst>
              <a:ext uri="{FF2B5EF4-FFF2-40B4-BE49-F238E27FC236}">
                <a16:creationId xmlns:a16="http://schemas.microsoft.com/office/drawing/2014/main" id="{0A189D55-DB0B-416B-A473-41F85E03A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027319" y="2411919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Conector Reto 650">
            <a:extLst>
              <a:ext uri="{FF2B5EF4-FFF2-40B4-BE49-F238E27FC236}">
                <a16:creationId xmlns:a16="http://schemas.microsoft.com/office/drawing/2014/main" id="{D72CFF3F-1C1B-4A17-82F4-6E48A67A7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711902" y="4118492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Conector Reto 652">
            <a:extLst>
              <a:ext uri="{FF2B5EF4-FFF2-40B4-BE49-F238E27FC236}">
                <a16:creationId xmlns:a16="http://schemas.microsoft.com/office/drawing/2014/main" id="{96E88F0B-F8D3-4EB9-82F8-920DF2A0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659307" y="4118492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onector Reto 654">
            <a:extLst>
              <a:ext uri="{FF2B5EF4-FFF2-40B4-BE49-F238E27FC236}">
                <a16:creationId xmlns:a16="http://schemas.microsoft.com/office/drawing/2014/main" id="{FC70A4EA-978C-45B1-8017-48C33D9B5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0606713" y="4118492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57345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ítulo 106">
            <a:extLst>
              <a:ext uri="{FF2B5EF4-FFF2-40B4-BE49-F238E27FC236}">
                <a16:creationId xmlns:a16="http://schemas.microsoft.com/office/drawing/2014/main" id="{D1E3E659-4B39-4B3B-857D-E87DD151F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58" y="2377440"/>
            <a:ext cx="1939480" cy="211550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Nossa equipe</a:t>
            </a:r>
          </a:p>
        </p:txBody>
      </p:sp>
      <p:pic>
        <p:nvPicPr>
          <p:cNvPr id="26" name="Espaço Reservado para Imagem 25" descr="Uma pessoa de terno">
            <a:extLst>
              <a:ext uri="{FF2B5EF4-FFF2-40B4-BE49-F238E27FC236}">
                <a16:creationId xmlns:a16="http://schemas.microsoft.com/office/drawing/2014/main" id="{E2B3D448-6C6E-457E-9101-6ED71063E0F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8220" y="2599422"/>
            <a:ext cx="1502806" cy="1502805"/>
          </a:xfrm>
        </p:spPr>
      </p:pic>
      <p:pic>
        <p:nvPicPr>
          <p:cNvPr id="30" name="Espaço Reservado para Imagem 29" descr="Uma imagem com uma pessoa em área interna">
            <a:extLst>
              <a:ext uri="{FF2B5EF4-FFF2-40B4-BE49-F238E27FC236}">
                <a16:creationId xmlns:a16="http://schemas.microsoft.com/office/drawing/2014/main" id="{C0AFC6B0-D191-4107-9CE8-6A62C8B6BF6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" r="53"/>
          <a:stretch/>
        </p:blipFill>
        <p:spPr>
          <a:xfrm>
            <a:off x="5190425" y="2599420"/>
            <a:ext cx="1502806" cy="1502805"/>
          </a:xfrm>
        </p:spPr>
      </p:pic>
      <p:pic>
        <p:nvPicPr>
          <p:cNvPr id="34" name="Espaço Reservado para Imagem 33" descr="Uma pessoa sorrindo para a câmera">
            <a:extLst>
              <a:ext uri="{FF2B5EF4-FFF2-40B4-BE49-F238E27FC236}">
                <a16:creationId xmlns:a16="http://schemas.microsoft.com/office/drawing/2014/main" id="{001482E7-DB3D-4047-A6D3-8C7EB0F66DF1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1629" y="2599420"/>
            <a:ext cx="1502806" cy="1502805"/>
          </a:xfrm>
        </p:spPr>
      </p:pic>
      <p:pic>
        <p:nvPicPr>
          <p:cNvPr id="38" name="Espaço Reservado para Imagem 37" descr="Foto mostrando os rostos da equipe">
            <a:extLst>
              <a:ext uri="{FF2B5EF4-FFF2-40B4-BE49-F238E27FC236}">
                <a16:creationId xmlns:a16="http://schemas.microsoft.com/office/drawing/2014/main" id="{0B81A210-11FF-46EA-AF83-A89425CF815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" r="420"/>
          <a:stretch/>
        </p:blipFill>
        <p:spPr>
          <a:xfrm>
            <a:off x="9387443" y="2599420"/>
            <a:ext cx="1502806" cy="1502805"/>
          </a:xfrm>
        </p:spPr>
      </p:pic>
      <p:sp>
        <p:nvSpPr>
          <p:cNvPr id="80" name="Espaço Reservado para Texto 79">
            <a:extLst>
              <a:ext uri="{FF2B5EF4-FFF2-40B4-BE49-F238E27FC236}">
                <a16:creationId xmlns:a16="http://schemas.microsoft.com/office/drawing/2014/main" id="{F60D8165-C962-496B-BA18-BAE6A08C60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96727" y="4435583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Takuma Hayashi​​</a:t>
            </a:r>
          </a:p>
        </p:txBody>
      </p:sp>
      <p:sp>
        <p:nvSpPr>
          <p:cNvPr id="89" name="Espaço Reservado para Texto 88">
            <a:extLst>
              <a:ext uri="{FF2B5EF4-FFF2-40B4-BE49-F238E27FC236}">
                <a16:creationId xmlns:a16="http://schemas.microsoft.com/office/drawing/2014/main" id="{9FC8C05B-946D-4915-A1D1-59E3957C1F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96865" y="4661551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Presidente</a:t>
            </a:r>
          </a:p>
        </p:txBody>
      </p:sp>
      <p:sp>
        <p:nvSpPr>
          <p:cNvPr id="132" name="Espaço Reservado para Texto 131">
            <a:extLst>
              <a:ext uri="{FF2B5EF4-FFF2-40B4-BE49-F238E27FC236}">
                <a16:creationId xmlns:a16="http://schemas.microsoft.com/office/drawing/2014/main" id="{3099AF50-4A59-41FD-9F70-EB228C3763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98932" y="4435583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Mirjam Nilsson​</a:t>
            </a:r>
          </a:p>
        </p:txBody>
      </p:sp>
      <p:sp>
        <p:nvSpPr>
          <p:cNvPr id="133" name="Espaço Reservado para Texto 132">
            <a:extLst>
              <a:ext uri="{FF2B5EF4-FFF2-40B4-BE49-F238E27FC236}">
                <a16:creationId xmlns:a16="http://schemas.microsoft.com/office/drawing/2014/main" id="{9C3B2BFE-8F4A-43FF-B551-030136A7E91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99070" y="4661551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 Executivo</a:t>
            </a:r>
          </a:p>
        </p:txBody>
      </p:sp>
      <p:sp>
        <p:nvSpPr>
          <p:cNvPr id="134" name="Espaço Reservado para Texto 133">
            <a:extLst>
              <a:ext uri="{FF2B5EF4-FFF2-40B4-BE49-F238E27FC236}">
                <a16:creationId xmlns:a16="http://schemas.microsoft.com/office/drawing/2014/main" id="{E9D7AEAC-9AC3-490C-B4A9-DD26ED4EE6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00136" y="4435751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Flora Berggren​​</a:t>
            </a:r>
          </a:p>
        </p:txBody>
      </p:sp>
      <p:sp>
        <p:nvSpPr>
          <p:cNvPr id="135" name="Espaço Reservado para Texto 134">
            <a:extLst>
              <a:ext uri="{FF2B5EF4-FFF2-40B4-BE49-F238E27FC236}">
                <a16:creationId xmlns:a16="http://schemas.microsoft.com/office/drawing/2014/main" id="{6665A4F1-CA8F-4D77-AB52-C98C3AD9165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00274" y="4661551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 de Operações</a:t>
            </a:r>
          </a:p>
        </p:txBody>
      </p:sp>
      <p:sp>
        <p:nvSpPr>
          <p:cNvPr id="136" name="Espaço Reservado para Texto 135">
            <a:extLst>
              <a:ext uri="{FF2B5EF4-FFF2-40B4-BE49-F238E27FC236}">
                <a16:creationId xmlns:a16="http://schemas.microsoft.com/office/drawing/2014/main" id="{22B9989D-C7D5-4AA7-87A8-CE5C4973C8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5950" y="4435583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Rajesh Santoshi​​</a:t>
            </a:r>
          </a:p>
        </p:txBody>
      </p:sp>
      <p:sp>
        <p:nvSpPr>
          <p:cNvPr id="137" name="Espaço Reservado para Texto 136">
            <a:extLst>
              <a:ext uri="{FF2B5EF4-FFF2-40B4-BE49-F238E27FC236}">
                <a16:creationId xmlns:a16="http://schemas.microsoft.com/office/drawing/2014/main" id="{4237D231-38E9-46D9-A571-1AEAC0B3E05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96088" y="4661551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VP de Marketing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6DC14B-DBB6-4ACF-BA53-D251EAD3C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1D2BC79-E7F2-4BBF-A74F-3E0AF7A7A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80300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ítulo 364">
            <a:extLst>
              <a:ext uri="{FF2B5EF4-FFF2-40B4-BE49-F238E27FC236}">
                <a16:creationId xmlns:a16="http://schemas.microsoft.com/office/drawing/2014/main" id="{93AD7ABD-C576-4BB6-A3AE-23B58DE57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6" y="2375820"/>
            <a:ext cx="1939480" cy="21122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Nossa equipe </a:t>
            </a:r>
          </a:p>
        </p:txBody>
      </p:sp>
      <p:pic>
        <p:nvPicPr>
          <p:cNvPr id="43" name="Espaço Reservado para Imagem 42" descr="Uma foto contendo uma pessoa">
            <a:extLst>
              <a:ext uri="{FF2B5EF4-FFF2-40B4-BE49-F238E27FC236}">
                <a16:creationId xmlns:a16="http://schemas.microsoft.com/office/drawing/2014/main" id="{489694FF-09A3-47B9-B459-215DAA4A046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6339" y="1326925"/>
            <a:ext cx="1391577" cy="1391576"/>
          </a:xfrm>
        </p:spPr>
      </p:pic>
      <p:pic>
        <p:nvPicPr>
          <p:cNvPr id="47" name="Espaço Reservado para Imagem 46" descr="Uma imagem com uma pessoa em área interna">
            <a:extLst>
              <a:ext uri="{FF2B5EF4-FFF2-40B4-BE49-F238E27FC236}">
                <a16:creationId xmlns:a16="http://schemas.microsoft.com/office/drawing/2014/main" id="{6DE80A00-9E8B-4ACB-89B0-C4C0F33630EC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" r="57"/>
          <a:stretch/>
        </p:blipFill>
        <p:spPr>
          <a:xfrm>
            <a:off x="5209991" y="1326192"/>
            <a:ext cx="1391577" cy="1391576"/>
          </a:xfrm>
        </p:spPr>
      </p:pic>
      <p:pic>
        <p:nvPicPr>
          <p:cNvPr id="51" name="Espaço Reservado para Imagem 50" descr="Uma pessoa sorrindo para a câmera">
            <a:extLst>
              <a:ext uri="{FF2B5EF4-FFF2-40B4-BE49-F238E27FC236}">
                <a16:creationId xmlns:a16="http://schemas.microsoft.com/office/drawing/2014/main" id="{6601BC64-FE14-4DB5-8B36-4E25B36713B9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" b="162"/>
          <a:stretch/>
        </p:blipFill>
        <p:spPr>
          <a:xfrm>
            <a:off x="7305041" y="1335752"/>
            <a:ext cx="1391577" cy="1391576"/>
          </a:xfrm>
        </p:spPr>
      </p:pic>
      <p:pic>
        <p:nvPicPr>
          <p:cNvPr id="55" name="Espaço Reservado para Imagem 54" descr="Foto de rosto de homem com barba">
            <a:extLst>
              <a:ext uri="{FF2B5EF4-FFF2-40B4-BE49-F238E27FC236}">
                <a16:creationId xmlns:a16="http://schemas.microsoft.com/office/drawing/2014/main" id="{F23CFDFC-E456-4B62-B169-3E518F6B4D92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84248" y="1326192"/>
            <a:ext cx="1391577" cy="1391576"/>
          </a:xfrm>
        </p:spPr>
      </p:pic>
      <p:sp>
        <p:nvSpPr>
          <p:cNvPr id="261" name="Espaço Reservado para Texto 260">
            <a:extLst>
              <a:ext uri="{FF2B5EF4-FFF2-40B4-BE49-F238E27FC236}">
                <a16:creationId xmlns:a16="http://schemas.microsoft.com/office/drawing/2014/main" id="{3B528EB5-E06C-4ED5-95D1-0FC922CC87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96727" y="2972370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Takuma Hayashi​​</a:t>
            </a:r>
          </a:p>
        </p:txBody>
      </p:sp>
      <p:sp>
        <p:nvSpPr>
          <p:cNvPr id="262" name="Espaço Reservado para Texto 261">
            <a:extLst>
              <a:ext uri="{FF2B5EF4-FFF2-40B4-BE49-F238E27FC236}">
                <a16:creationId xmlns:a16="http://schemas.microsoft.com/office/drawing/2014/main" id="{15B31211-4F58-4F2A-9E2D-66F461BF54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96865" y="3198338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Presidente</a:t>
            </a:r>
          </a:p>
        </p:txBody>
      </p:sp>
      <p:sp>
        <p:nvSpPr>
          <p:cNvPr id="263" name="Espaço Reservado para Texto 262">
            <a:extLst>
              <a:ext uri="{FF2B5EF4-FFF2-40B4-BE49-F238E27FC236}">
                <a16:creationId xmlns:a16="http://schemas.microsoft.com/office/drawing/2014/main" id="{AA6C7FBA-C196-4AE6-B167-6C55ED0974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98932" y="2972370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Mirjam Nilsson​</a:t>
            </a:r>
          </a:p>
        </p:txBody>
      </p:sp>
      <p:sp>
        <p:nvSpPr>
          <p:cNvPr id="264" name="Espaço Reservado para Texto 263">
            <a:extLst>
              <a:ext uri="{FF2B5EF4-FFF2-40B4-BE49-F238E27FC236}">
                <a16:creationId xmlns:a16="http://schemas.microsoft.com/office/drawing/2014/main" id="{4E5EE2B9-D150-453A-9E1D-D413883AC3C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99070" y="3198338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 Executivo</a:t>
            </a:r>
          </a:p>
        </p:txBody>
      </p:sp>
      <p:sp>
        <p:nvSpPr>
          <p:cNvPr id="265" name="Espaço Reservado para Texto 264">
            <a:extLst>
              <a:ext uri="{FF2B5EF4-FFF2-40B4-BE49-F238E27FC236}">
                <a16:creationId xmlns:a16="http://schemas.microsoft.com/office/drawing/2014/main" id="{73864EC9-D7AB-4468-9F82-A19238933C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00136" y="2972538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Flora Berggren​​</a:t>
            </a:r>
          </a:p>
        </p:txBody>
      </p:sp>
      <p:sp>
        <p:nvSpPr>
          <p:cNvPr id="266" name="Espaço Reservado para Texto 265">
            <a:extLst>
              <a:ext uri="{FF2B5EF4-FFF2-40B4-BE49-F238E27FC236}">
                <a16:creationId xmlns:a16="http://schemas.microsoft.com/office/drawing/2014/main" id="{07875ABF-89D4-4476-BEBD-FD3F3A52424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00274" y="3198338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Diretor de Operações</a:t>
            </a:r>
          </a:p>
        </p:txBody>
      </p:sp>
      <p:sp>
        <p:nvSpPr>
          <p:cNvPr id="267" name="Espaço Reservado para Texto 266">
            <a:extLst>
              <a:ext uri="{FF2B5EF4-FFF2-40B4-BE49-F238E27FC236}">
                <a16:creationId xmlns:a16="http://schemas.microsoft.com/office/drawing/2014/main" id="{B1015474-0465-49F3-8DB6-C8B8C83D05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5950" y="2972370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Rajesh Santoshi​​</a:t>
            </a:r>
          </a:p>
        </p:txBody>
      </p:sp>
      <p:sp>
        <p:nvSpPr>
          <p:cNvPr id="268" name="Espaço Reservado para Texto 267">
            <a:extLst>
              <a:ext uri="{FF2B5EF4-FFF2-40B4-BE49-F238E27FC236}">
                <a16:creationId xmlns:a16="http://schemas.microsoft.com/office/drawing/2014/main" id="{D0848036-1420-4B8F-A927-CBE8061162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96088" y="3198338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VP de Marketing</a:t>
            </a:r>
          </a:p>
        </p:txBody>
      </p:sp>
      <p:pic>
        <p:nvPicPr>
          <p:cNvPr id="59" name="Espaço Reservado para Imagem 58" descr="Uma pessoa usando óculos">
            <a:extLst>
              <a:ext uri="{FF2B5EF4-FFF2-40B4-BE49-F238E27FC236}">
                <a16:creationId xmlns:a16="http://schemas.microsoft.com/office/drawing/2014/main" id="{626ECF90-59BC-4F2B-BBE1-E3C278CB2688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" b="162"/>
          <a:stretch/>
        </p:blipFill>
        <p:spPr>
          <a:xfrm>
            <a:off x="3136338" y="3967833"/>
            <a:ext cx="1391577" cy="1391576"/>
          </a:xfrm>
        </p:spPr>
      </p:pic>
      <p:pic>
        <p:nvPicPr>
          <p:cNvPr id="63" name="Espaço Reservado para Imagem 62" descr="Uma pessoa com cabelos cacheados">
            <a:extLst>
              <a:ext uri="{FF2B5EF4-FFF2-40B4-BE49-F238E27FC236}">
                <a16:creationId xmlns:a16="http://schemas.microsoft.com/office/drawing/2014/main" id="{12DE1073-A7D7-4B15-97E5-5223F966A93D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" r="57"/>
          <a:stretch/>
        </p:blipFill>
        <p:spPr>
          <a:xfrm>
            <a:off x="5209990" y="3967100"/>
            <a:ext cx="1391577" cy="1391576"/>
          </a:xfrm>
        </p:spPr>
      </p:pic>
      <p:pic>
        <p:nvPicPr>
          <p:cNvPr id="259" name="Espaço Reservado para Imagem 258" descr="Uma pessoa sorrindo para a câmera">
            <a:extLst>
              <a:ext uri="{FF2B5EF4-FFF2-40B4-BE49-F238E27FC236}">
                <a16:creationId xmlns:a16="http://schemas.microsoft.com/office/drawing/2014/main" id="{4834A02F-4080-4730-844D-49401E4CB45C}"/>
              </a:ext>
            </a:extLst>
          </p:cNvPr>
          <p:cNvPicPr>
            <a:picLocks noGrp="1" noChangeAspect="1"/>
          </p:cNvPicPr>
          <p:nvPr>
            <p:ph type="pic" sz="quarter" idx="44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" b="380"/>
          <a:stretch/>
        </p:blipFill>
        <p:spPr>
          <a:xfrm>
            <a:off x="7305040" y="3976660"/>
            <a:ext cx="1391577" cy="1391576"/>
          </a:xfrm>
        </p:spPr>
      </p:pic>
      <p:pic>
        <p:nvPicPr>
          <p:cNvPr id="281" name="Espaço Reservado para Imagem 280" descr="Uma pessoa sorrindo para a câmera">
            <a:extLst>
              <a:ext uri="{FF2B5EF4-FFF2-40B4-BE49-F238E27FC236}">
                <a16:creationId xmlns:a16="http://schemas.microsoft.com/office/drawing/2014/main" id="{EA033618-7119-454B-AA08-8353379B217F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" r="218"/>
          <a:stretch/>
        </p:blipFill>
        <p:spPr>
          <a:xfrm>
            <a:off x="9384247" y="3967100"/>
            <a:ext cx="1391577" cy="1391576"/>
          </a:xfrm>
        </p:spPr>
      </p:pic>
      <p:sp>
        <p:nvSpPr>
          <p:cNvPr id="269" name="Espaço Reservado para Texto 268">
            <a:extLst>
              <a:ext uri="{FF2B5EF4-FFF2-40B4-BE49-F238E27FC236}">
                <a16:creationId xmlns:a16="http://schemas.microsoft.com/office/drawing/2014/main" id="{060F23A0-4476-49CA-8AFA-35D2A5F2E5D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96727" y="5587307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Graham Barnes</a:t>
            </a:r>
          </a:p>
        </p:txBody>
      </p:sp>
      <p:sp>
        <p:nvSpPr>
          <p:cNvPr id="270" name="Espaço Reservado para Texto 269">
            <a:extLst>
              <a:ext uri="{FF2B5EF4-FFF2-40B4-BE49-F238E27FC236}">
                <a16:creationId xmlns:a16="http://schemas.microsoft.com/office/drawing/2014/main" id="{9B604063-7C9C-4FEF-9A10-0D259CEC58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896865" y="5813275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VP de Produto</a:t>
            </a:r>
          </a:p>
        </p:txBody>
      </p:sp>
      <p:sp>
        <p:nvSpPr>
          <p:cNvPr id="271" name="Espaço Reservado para Texto 270">
            <a:extLst>
              <a:ext uri="{FF2B5EF4-FFF2-40B4-BE49-F238E27FC236}">
                <a16:creationId xmlns:a16="http://schemas.microsoft.com/office/drawing/2014/main" id="{E707572D-7863-49B8-B805-420CDCB107F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98932" y="5587307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Rowan Murphy</a:t>
            </a:r>
          </a:p>
        </p:txBody>
      </p:sp>
      <p:sp>
        <p:nvSpPr>
          <p:cNvPr id="272" name="Espaço Reservado para Texto 271">
            <a:extLst>
              <a:ext uri="{FF2B5EF4-FFF2-40B4-BE49-F238E27FC236}">
                <a16:creationId xmlns:a16="http://schemas.microsoft.com/office/drawing/2014/main" id="{C85B6129-3709-43BC-B78D-24BE1D20694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99070" y="5813275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Estrategista de SEO</a:t>
            </a:r>
          </a:p>
        </p:txBody>
      </p:sp>
      <p:sp>
        <p:nvSpPr>
          <p:cNvPr id="273" name="Espaço Reservado para Texto 272">
            <a:extLst>
              <a:ext uri="{FF2B5EF4-FFF2-40B4-BE49-F238E27FC236}">
                <a16:creationId xmlns:a16="http://schemas.microsoft.com/office/drawing/2014/main" id="{0140E9D5-05CF-46F9-8F0A-D26D1C30032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00136" y="5587475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Elizabeth Moore</a:t>
            </a:r>
          </a:p>
        </p:txBody>
      </p:sp>
      <p:sp>
        <p:nvSpPr>
          <p:cNvPr id="274" name="Espaço Reservado para Texto 273">
            <a:extLst>
              <a:ext uri="{FF2B5EF4-FFF2-40B4-BE49-F238E27FC236}">
                <a16:creationId xmlns:a16="http://schemas.microsoft.com/office/drawing/2014/main" id="{0ACBBA68-B2EC-48C6-A722-9A401C21CFF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100274" y="5813275"/>
            <a:ext cx="1885516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Designer do Produto</a:t>
            </a:r>
          </a:p>
        </p:txBody>
      </p:sp>
      <p:sp>
        <p:nvSpPr>
          <p:cNvPr id="275" name="Espaço Reservado para Texto 274">
            <a:extLst>
              <a:ext uri="{FF2B5EF4-FFF2-40B4-BE49-F238E27FC236}">
                <a16:creationId xmlns:a16="http://schemas.microsoft.com/office/drawing/2014/main" id="{D3CF2955-2D46-45EE-A32F-C03ACB6DAB7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095950" y="5587307"/>
            <a:ext cx="2085792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Robin Kline</a:t>
            </a:r>
          </a:p>
        </p:txBody>
      </p:sp>
      <p:sp>
        <p:nvSpPr>
          <p:cNvPr id="276" name="Espaço Reservado para Texto 275">
            <a:extLst>
              <a:ext uri="{FF2B5EF4-FFF2-40B4-BE49-F238E27FC236}">
                <a16:creationId xmlns:a16="http://schemas.microsoft.com/office/drawing/2014/main" id="{A514F4ED-057A-4AAF-A3BE-A73CA3890F4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92018" y="5813275"/>
            <a:ext cx="1885515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Desenvolvedor de Conteúdo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153E769-4F0D-4D0D-BDB3-105F25170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B84DAF4-634B-40FC-9DAF-839B8E934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68478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Sobre Nós</a:t>
            </a:r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661" y="2747550"/>
            <a:ext cx="5309918" cy="287203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Na Contoso, capacitamos as organizações para promover o pensamento colaborativo para impulsionar ainda mais a inovação no local de trabalho. Ao fechar o loop e alavancar estruturas ágeis, ajudamos os negócios a crescer organicamente e promover uma primeira mentalidade priorizando o consumidor.</a:t>
            </a:r>
          </a:p>
        </p:txBody>
      </p:sp>
      <p:pic>
        <p:nvPicPr>
          <p:cNvPr id="116" name="Espaço Reservado para Imagem 115" descr="Um grupo de pessoas em uma sala">
            <a:extLst>
              <a:ext uri="{FF2B5EF4-FFF2-40B4-BE49-F238E27FC236}">
                <a16:creationId xmlns:a16="http://schemas.microsoft.com/office/drawing/2014/main" id="{2F0ECB9B-426D-40BC-918A-2C82968A05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3453" y="1433033"/>
            <a:ext cx="3527091" cy="3463540"/>
          </a:xfr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2981E3D-54C8-4A85-9DAB-CE41C50E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ítulo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218" y="690802"/>
            <a:ext cx="6338043" cy="5758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Visão Geral do Produto</a:t>
            </a:r>
          </a:p>
        </p:txBody>
      </p:sp>
      <p:pic>
        <p:nvPicPr>
          <p:cNvPr id="42" name="Espaço Reservado para Imagem 41" descr="ícone de caixa">
            <a:extLst>
              <a:ext uri="{FF2B5EF4-FFF2-40B4-BE49-F238E27FC236}">
                <a16:creationId xmlns:a16="http://schemas.microsoft.com/office/drawing/2014/main" id="{7A0C5CE6-9CA6-4807-B23A-A4F89C0310D2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/>
          <a:srcRect l="375" r="3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76" name="Espaço Reservado para Texto 75">
            <a:extLst>
              <a:ext uri="{FF2B5EF4-FFF2-40B4-BE49-F238E27FC236}">
                <a16:creationId xmlns:a16="http://schemas.microsoft.com/office/drawing/2014/main" id="{E239EA0A-BE2A-46D5-876A-5614B0A7CF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0069" y="2568679"/>
            <a:ext cx="3008631" cy="34816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Exclusivo</a:t>
            </a:r>
          </a:p>
        </p:txBody>
      </p:sp>
      <p:sp>
        <p:nvSpPr>
          <p:cNvPr id="77" name="Espaço Reservado para Texto 76">
            <a:extLst>
              <a:ext uri="{FF2B5EF4-FFF2-40B4-BE49-F238E27FC236}">
                <a16:creationId xmlns:a16="http://schemas.microsoft.com/office/drawing/2014/main" id="{92FDC44E-20CB-4210-8DA6-F83A46B39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069" y="2861988"/>
            <a:ext cx="3008630" cy="63668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Único produto especificamente dedicado a este nicho de mercado</a:t>
            </a:r>
          </a:p>
        </p:txBody>
      </p:sp>
      <p:pic>
        <p:nvPicPr>
          <p:cNvPr id="43" name="Espaço Reservado para Imagem 42" descr="ícone de mercado">
            <a:extLst>
              <a:ext uri="{FF2B5EF4-FFF2-40B4-BE49-F238E27FC236}">
                <a16:creationId xmlns:a16="http://schemas.microsoft.com/office/drawing/2014/main" id="{68703471-66FD-4701-B79F-C054E717F5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7" name="Espaço Reservado para Texto 96">
            <a:extLst>
              <a:ext uri="{FF2B5EF4-FFF2-40B4-BE49-F238E27FC236}">
                <a16:creationId xmlns:a16="http://schemas.microsoft.com/office/drawing/2014/main" id="{1C9BBBD5-3078-4A97-8E7D-F5F839845B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3979" y="2568679"/>
            <a:ext cx="3008631" cy="34816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Primeiro no mercado</a:t>
            </a:r>
          </a:p>
        </p:txBody>
      </p:sp>
      <p:sp>
        <p:nvSpPr>
          <p:cNvPr id="96" name="Espaço Reservado para Texto 95">
            <a:extLst>
              <a:ext uri="{FF2B5EF4-FFF2-40B4-BE49-F238E27FC236}">
                <a16:creationId xmlns:a16="http://schemas.microsoft.com/office/drawing/2014/main" id="{CDBDA856-8CC1-449E-B621-022F99358F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13979" y="2861987"/>
            <a:ext cx="3008630" cy="12912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primeiro produto de design bonito, que é ao mesmo tempo elegante e funcional</a:t>
            </a:r>
          </a:p>
        </p:txBody>
      </p:sp>
      <p:pic>
        <p:nvPicPr>
          <p:cNvPr id="45" name="Espaço Reservado para Imagem 44" descr="área de transferência com ícone de lista de verificação">
            <a:extLst>
              <a:ext uri="{FF2B5EF4-FFF2-40B4-BE49-F238E27FC236}">
                <a16:creationId xmlns:a16="http://schemas.microsoft.com/office/drawing/2014/main" id="{C8D7F118-FF46-4EA6-8CB0-7A7F32EA9B67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5"/>
          <a:srcRect l="375" r="3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9" name="Espaço Reservado para Texto 98">
            <a:extLst>
              <a:ext uri="{FF2B5EF4-FFF2-40B4-BE49-F238E27FC236}">
                <a16:creationId xmlns:a16="http://schemas.microsoft.com/office/drawing/2014/main" id="{3A32E54C-621B-48BA-A803-164046E2AE6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190069" y="5044309"/>
            <a:ext cx="3008631" cy="34816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Testado</a:t>
            </a:r>
          </a:p>
        </p:txBody>
      </p:sp>
      <p:sp>
        <p:nvSpPr>
          <p:cNvPr id="98" name="Espaço Reservado para Texto 97">
            <a:extLst>
              <a:ext uri="{FF2B5EF4-FFF2-40B4-BE49-F238E27FC236}">
                <a16:creationId xmlns:a16="http://schemas.microsoft.com/office/drawing/2014/main" id="{01AED438-7299-4DC8-9DD9-BA1D41DA9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90069" y="5337618"/>
            <a:ext cx="3008630" cy="63668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Realizou testes com estudantes universitários da área</a:t>
            </a:r>
          </a:p>
        </p:txBody>
      </p:sp>
      <p:pic>
        <p:nvPicPr>
          <p:cNvPr id="44" name="Espaço Reservado para Imagem 43" descr="ícone de duas pessoas conversando">
            <a:extLst>
              <a:ext uri="{FF2B5EF4-FFF2-40B4-BE49-F238E27FC236}">
                <a16:creationId xmlns:a16="http://schemas.microsoft.com/office/drawing/2014/main" id="{32FDE888-33A7-493E-A23F-0EAAB9E10952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6"/>
          <a:srcRect t="131" b="131"/>
          <a:stretch>
            <a:fillRect/>
          </a:stretch>
        </p:blipFill>
        <p:spPr>
          <a:xfrm>
            <a:off x="7906631" y="4298696"/>
            <a:ext cx="603504" cy="603504"/>
          </a:xfrm>
          <a:prstGeom prst="rect">
            <a:avLst/>
          </a:prstGeom>
        </p:spPr>
      </p:pic>
      <p:sp>
        <p:nvSpPr>
          <p:cNvPr id="101" name="Espaço Reservado para Texto 100">
            <a:extLst>
              <a:ext uri="{FF2B5EF4-FFF2-40B4-BE49-F238E27FC236}">
                <a16:creationId xmlns:a16="http://schemas.microsoft.com/office/drawing/2014/main" id="{9B8F2F1C-23A5-48F0-83ED-64D9A8A3E4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13980" y="5047681"/>
            <a:ext cx="3008631" cy="34816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Autêntico</a:t>
            </a:r>
          </a:p>
        </p:txBody>
      </p:sp>
      <p:sp>
        <p:nvSpPr>
          <p:cNvPr id="100" name="Espaço Reservado para Texto 99">
            <a:extLst>
              <a:ext uri="{FF2B5EF4-FFF2-40B4-BE49-F238E27FC236}">
                <a16:creationId xmlns:a16="http://schemas.microsoft.com/office/drawing/2014/main" id="{16B8F8D8-59B2-406F-94E0-04DFD90B8D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13980" y="5340990"/>
            <a:ext cx="3008630" cy="63668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Projetado com a ajuda e contribuição de especialistas na área </a:t>
            </a:r>
          </a:p>
        </p:txBody>
      </p:sp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65EC8A42-193D-43A9-B162-8977ADBDB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20" name="Espaço Reservado para o Número do Slide 19">
            <a:extLst>
              <a:ext uri="{FF2B5EF4-FFF2-40B4-BE49-F238E27FC236}">
                <a16:creationId xmlns:a16="http://schemas.microsoft.com/office/drawing/2014/main" id="{3DD70FC9-BBF2-4AF1-9A64-0FB921683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899"/>
      </p:ext>
    </p:extLst>
  </p:cSld>
  <p:clrMapOvr>
    <a:masterClrMapping/>
  </p:clrMapOvr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F92EC24E-3E0A-471B-9A70-B29306D2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014" y="1823626"/>
            <a:ext cx="5646654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Benefícios do Produto</a:t>
            </a:r>
          </a:p>
        </p:txBody>
      </p:sp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2B0040E8-BBFE-4B5E-9ADF-88F6C234CB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6595" y="2807310"/>
            <a:ext cx="5824073" cy="1940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Produto legal e elegante</a:t>
            </a:r>
          </a:p>
          <a:p>
            <a:pPr rtl="0"/>
            <a:r>
              <a:rPr lang="pt-BR" dirty="0"/>
              <a:t>Áreas para conexões com a comunidade</a:t>
            </a:r>
          </a:p>
          <a:p>
            <a:pPr rtl="0"/>
            <a:r>
              <a:rPr lang="pt-BR" dirty="0"/>
              <a:t>Troca online de lojas e mercados</a:t>
            </a:r>
          </a:p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B218AC5-F86F-4C67-A6CE-942AB696B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BF20B7A-39DA-4D7C-96BB-B2A9565A4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919857"/>
      </p:ext>
    </p:extLst>
  </p:cSld>
  <p:clrMapOvr>
    <a:masterClrMapping/>
  </p:clrMapOvr>
</p:sld>
</file>

<file path=ppt/slides/slide7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EEEFBA2-D2C5-483D-A977-8998D167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Visão Geral da Empresa</a:t>
            </a:r>
          </a:p>
        </p:txBody>
      </p:sp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</p:sld>
</file>

<file path=ppt/slides/slide10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>
            <a:extLst>
              <a:ext uri="{FF2B5EF4-FFF2-40B4-BE49-F238E27FC236}">
                <a16:creationId xmlns:a16="http://schemas.microsoft.com/office/drawing/2014/main" id="{8FA1AC37-B920-4C0A-855F-E5667B42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614" y="1377876"/>
            <a:ext cx="7161798" cy="91837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 dirty="0"/>
              <a:t>Comparação de oportunidades de mercado</a:t>
            </a:r>
            <a:br>
              <a:rPr lang="pt-BR" dirty="0"/>
            </a:br>
            <a:endParaRPr lang="pt-BR" dirty="0"/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1CA48589-52FD-4824-BF19-224A2E273F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2435" y="2724048"/>
            <a:ext cx="3519039" cy="10723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3200" dirty="0"/>
              <a:t>R$ 3 Bilhões</a:t>
            </a:r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9D042FA2-80BA-4099-BC0A-A1C43A3BC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67209" y="2930881"/>
            <a:ext cx="3639904" cy="387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Oportunidade de Construir</a:t>
            </a:r>
          </a:p>
        </p:txBody>
      </p:sp>
      <p:sp>
        <p:nvSpPr>
          <p:cNvPr id="36" name="Espaço Reservado para Texto 35">
            <a:extLst>
              <a:ext uri="{FF2B5EF4-FFF2-40B4-BE49-F238E27FC236}">
                <a16:creationId xmlns:a16="http://schemas.microsoft.com/office/drawing/2014/main" id="{89ED8224-AD26-4331-B8E0-5E0DB51640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7209" y="3282057"/>
            <a:ext cx="3639904" cy="48178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Receita em 12 meses</a:t>
            </a:r>
          </a:p>
        </p:txBody>
      </p:sp>
      <p:sp>
        <p:nvSpPr>
          <p:cNvPr id="125" name="Espaço Reservado para Texto 124">
            <a:extLst>
              <a:ext uri="{FF2B5EF4-FFF2-40B4-BE49-F238E27FC236}">
                <a16:creationId xmlns:a16="http://schemas.microsoft.com/office/drawing/2014/main" id="{28DAD8FC-A8D5-47E3-A7B9-0D4AC6B9198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2435" y="3882118"/>
            <a:ext cx="3519039" cy="10723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3200" dirty="0"/>
              <a:t>R$ 2 Bilhões</a:t>
            </a:r>
          </a:p>
        </p:txBody>
      </p:sp>
      <p:sp>
        <p:nvSpPr>
          <p:cNvPr id="159" name="Espaço Reservado para Texto 158">
            <a:extLst>
              <a:ext uri="{FF2B5EF4-FFF2-40B4-BE49-F238E27FC236}">
                <a16:creationId xmlns:a16="http://schemas.microsoft.com/office/drawing/2014/main" id="{9BE337EA-F500-4A54-BFED-61886EF9F7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67209" y="4097257"/>
            <a:ext cx="3639905" cy="387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Liberdade para Inventar</a:t>
            </a:r>
          </a:p>
        </p:txBody>
      </p:sp>
      <p:sp>
        <p:nvSpPr>
          <p:cNvPr id="160" name="Espaço Reservado para Texto 159">
            <a:extLst>
              <a:ext uri="{FF2B5EF4-FFF2-40B4-BE49-F238E27FC236}">
                <a16:creationId xmlns:a16="http://schemas.microsoft.com/office/drawing/2014/main" id="{55622651-7802-488B-BD31-0AB8ED0CD3E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67209" y="4448433"/>
            <a:ext cx="3639905" cy="48178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Participação do mercado</a:t>
            </a:r>
          </a:p>
        </p:txBody>
      </p:sp>
      <p:sp>
        <p:nvSpPr>
          <p:cNvPr id="194" name="Espaço Reservado para Texto 193">
            <a:extLst>
              <a:ext uri="{FF2B5EF4-FFF2-40B4-BE49-F238E27FC236}">
                <a16:creationId xmlns:a16="http://schemas.microsoft.com/office/drawing/2014/main" id="{D1A056C5-B103-4338-9B8D-9EED354280F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2435" y="5046627"/>
            <a:ext cx="3519039" cy="10723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3200" dirty="0"/>
              <a:t>R$ 1 Bilhão</a:t>
            </a:r>
          </a:p>
        </p:txBody>
      </p:sp>
      <p:sp>
        <p:nvSpPr>
          <p:cNvPr id="209" name="Espaço Reservado para Texto 208">
            <a:extLst>
              <a:ext uri="{FF2B5EF4-FFF2-40B4-BE49-F238E27FC236}">
                <a16:creationId xmlns:a16="http://schemas.microsoft.com/office/drawing/2014/main" id="{A4FFE943-298E-4CF4-BA89-7378291F7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58730" y="5267189"/>
            <a:ext cx="3639905" cy="387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Poucos Concorrentes</a:t>
            </a:r>
          </a:p>
        </p:txBody>
      </p:sp>
      <p:sp>
        <p:nvSpPr>
          <p:cNvPr id="210" name="Espaço Reservado para Texto 209">
            <a:extLst>
              <a:ext uri="{FF2B5EF4-FFF2-40B4-BE49-F238E27FC236}">
                <a16:creationId xmlns:a16="http://schemas.microsoft.com/office/drawing/2014/main" id="{8EC4802F-F2B0-43C0-A6C4-7B8C3D2EC6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58730" y="5618365"/>
            <a:ext cx="3639905" cy="48178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Mercado acessível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1D619512-A1D4-44AD-8188-F1687FC50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A73ED8FD-6B33-4E5E-8834-826A2D14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A145A6-660C-42A7-85AF-AF42E3C0A892}" type="slidenum">
              <a:rPr lang="pt-BR" smtClean="0"/>
              <a:pPr/>
              <a:t>10</a:t>
            </a:fld>
            <a:endParaRPr lang="pt-BR" dirty="0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F1A28D05-5C71-4FBA-9474-A7CAFC47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93041" y="2866217"/>
            <a:ext cx="0" cy="78800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B9F7893-7745-4F9F-B234-06EB10A6B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93041" y="4024379"/>
            <a:ext cx="0" cy="78800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F12FC67-38A7-4EBE-AC1E-0DC78A142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93041" y="5182542"/>
            <a:ext cx="0" cy="78800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888789"/>
      </p:ext>
    </p:extLst>
  </p:cSld>
  <p:clrMapOvr>
    <a:masterClrMapping/>
  </p:clrMapOvr>
</p:sld>
</file>

<file path=ppt/slides/slide1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ítulo 34">
            <a:extLst>
              <a:ext uri="{FF2B5EF4-FFF2-40B4-BE49-F238E27FC236}">
                <a16:creationId xmlns:a16="http://schemas.microsoft.com/office/drawing/2014/main" id="{8ABCBBC9-D2F7-48B4-9184-C97F0383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082" y="2232234"/>
            <a:ext cx="7323836" cy="74375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Nossa concorrência</a:t>
            </a:r>
          </a:p>
        </p:txBody>
      </p:sp>
      <p:sp>
        <p:nvSpPr>
          <p:cNvPr id="48" name="Espaço Reservado para Texto 47">
            <a:extLst>
              <a:ext uri="{FF2B5EF4-FFF2-40B4-BE49-F238E27FC236}">
                <a16:creationId xmlns:a16="http://schemas.microsoft.com/office/drawing/2014/main" id="{341596F3-38C6-448D-A0C5-24A7126792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69369" y="3317783"/>
            <a:ext cx="4172533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CoNTOSO</a:t>
            </a:r>
          </a:p>
        </p:txBody>
      </p:sp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17B27968-7017-4680-8585-A31AFCFC0A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69369" y="3651424"/>
            <a:ext cx="4172533" cy="232965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Nosso produto tem um preço inferior ao de outras empresas do mercado</a:t>
            </a:r>
          </a:p>
          <a:p>
            <a:pPr rtl="0"/>
            <a:r>
              <a:rPr lang="pt-BR"/>
              <a:t>O design é simples e fácil de usar, em comparação com os designs complexos dos concorrentes</a:t>
            </a:r>
          </a:p>
          <a:p>
            <a:pPr rtl="0"/>
            <a:r>
              <a:rPr lang="pt-BR"/>
              <a:t>A acessibilidade de preços é o principal atrativo para nossos consumidores sobre nosso produto</a:t>
            </a:r>
          </a:p>
          <a:p>
            <a:pPr rtl="0"/>
            <a:endParaRPr lang="pt-BR"/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4CF89924-6561-4076-8640-DB03DB6B7D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72448" y="3317783"/>
            <a:ext cx="4172533" cy="2746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concorrentes</a:t>
            </a:r>
          </a:p>
        </p:txBody>
      </p:sp>
      <p:sp>
        <p:nvSpPr>
          <p:cNvPr id="50" name="Espaço Reservado para Texto 49">
            <a:extLst>
              <a:ext uri="{FF2B5EF4-FFF2-40B4-BE49-F238E27FC236}">
                <a16:creationId xmlns:a16="http://schemas.microsoft.com/office/drawing/2014/main" id="{20CCA77E-34EA-4061-ABAB-6C8BBBAD5E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72448" y="3651424"/>
            <a:ext cx="4589601" cy="232965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Empresa A</a:t>
            </a:r>
            <a:br>
              <a:rPr lang="pt-BR"/>
            </a:br>
            <a:r>
              <a:rPr lang="pt-BR"/>
              <a:t>O produto é mais caro</a:t>
            </a:r>
          </a:p>
          <a:p>
            <a:pPr rtl="0"/>
            <a:r>
              <a:rPr lang="pt-BR"/>
              <a:t>Empresas B e C</a:t>
            </a:r>
            <a:br>
              <a:rPr lang="pt-BR"/>
            </a:br>
            <a:r>
              <a:rPr lang="pt-BR"/>
              <a:t>O produto é caro e inconveniente de usar</a:t>
            </a:r>
          </a:p>
          <a:p>
            <a:pPr rtl="0"/>
            <a:r>
              <a:rPr lang="pt-BR"/>
              <a:t>Empresas D e E</a:t>
            </a:r>
            <a:br>
              <a:rPr lang="pt-BR"/>
            </a:br>
            <a:r>
              <a:rPr lang="pt-BR"/>
              <a:t>O produto tem preço acessível, mas é inconveniente de usar</a:t>
            </a:r>
          </a:p>
        </p:txBody>
      </p:sp>
      <p:sp>
        <p:nvSpPr>
          <p:cNvPr id="43" name="Espaço Reservado para Rodapé 42">
            <a:extLst>
              <a:ext uri="{FF2B5EF4-FFF2-40B4-BE49-F238E27FC236}">
                <a16:creationId xmlns:a16="http://schemas.microsoft.com/office/drawing/2014/main" id="{202891BF-DCB2-480A-BAB9-0C3CDD92B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4" name="Espaço Reservado para o Número do Slide 43">
            <a:extLst>
              <a:ext uri="{FF2B5EF4-FFF2-40B4-BE49-F238E27FC236}">
                <a16:creationId xmlns:a16="http://schemas.microsoft.com/office/drawing/2014/main" id="{99A1ED1C-790E-44E3-B2F4-DE91FE038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334256"/>
      </p:ext>
    </p:extLst>
  </p:cSld>
  <p:clrMapOvr>
    <a:masterClrMapping/>
  </p:clrMapOvr>
</p:sld>
</file>

<file path=ppt/slides/slide1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>
            <a:extLst>
              <a:ext uri="{FF2B5EF4-FFF2-40B4-BE49-F238E27FC236}">
                <a16:creationId xmlns:a16="http://schemas.microsoft.com/office/drawing/2014/main" id="{E8F5D34E-F679-45F4-BFC9-B9B401E5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financeiro</a:t>
            </a:r>
            <a:endParaRPr lang="pt-BR" dirty="0"/>
          </a:p>
        </p:txBody>
      </p:sp>
      <p:graphicFrame>
        <p:nvGraphicFramePr>
          <p:cNvPr id="40" name="Espaço Reservado para Conteúdo 39">
            <a:extLst>
              <a:ext uri="{FF2B5EF4-FFF2-40B4-BE49-F238E27FC236}">
                <a16:creationId xmlns:a16="http://schemas.microsoft.com/office/drawing/2014/main" id="{C4173BE0-AA34-4982-97CE-4DE4B553BD2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27122142"/>
              </p:ext>
            </p:extLst>
          </p:nvPr>
        </p:nvGraphicFramePr>
        <p:xfrm>
          <a:off x="693738" y="1128713"/>
          <a:ext cx="7655604" cy="506904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48956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1338234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291686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270864">
                  <a:extLst>
                    <a:ext uri="{9D8B030D-6E8A-4147-A177-3AD203B41FA5}">
                      <a16:colId xmlns:a16="http://schemas.microsoft.com/office/drawing/2014/main" val="1854486728"/>
                    </a:ext>
                  </a:extLst>
                </a:gridCol>
                <a:gridCol w="1005864">
                  <a:extLst>
                    <a:ext uri="{9D8B030D-6E8A-4147-A177-3AD203B41FA5}">
                      <a16:colId xmlns:a16="http://schemas.microsoft.com/office/drawing/2014/main" val="1808496511"/>
                    </a:ext>
                  </a:extLst>
                </a:gridCol>
              </a:tblGrid>
              <a:tr h="41226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/>
                      <a:endParaRPr lang="pt-BR" sz="2000" b="1" cap="all" spc="400" baseline="0" noProof="0">
                        <a:solidFill>
                          <a:schemeClr val="accent6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/>
                      <a:r>
                        <a:rPr lang="pt-BR" sz="1600" b="1" cap="all" spc="200" noProof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Ano 1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/>
                      <a:r>
                        <a:rPr lang="pt-BR" sz="1600" b="1" cap="all" spc="200" noProof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Ano 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/>
                      <a:r>
                        <a:rPr lang="pt-BR" sz="1600" b="1" cap="all" spc="200" noProof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Ano 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/>
                      <a:endParaRPr lang="pt-BR" sz="1600" b="1" cap="all" spc="400" baseline="0" noProof="0">
                        <a:solidFill>
                          <a:schemeClr val="accent6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5517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Varejistas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160.000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628125"/>
                  </a:ext>
                </a:extLst>
              </a:tr>
              <a:tr h="357188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Usuários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1.600.000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382780"/>
                  </a:ext>
                </a:extLst>
              </a:tr>
              <a:tr h="35718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Vendas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16.000.000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357188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Preço médio por venda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75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80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90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37735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Receita @ 15%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5.625.000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48.000.000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216.000.000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356068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1" u="none" strike="noStrike" cap="all" spc="200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Lucro Bruto</a:t>
                      </a:r>
                      <a:r>
                        <a:rPr lang="pt-BR" sz="1200" b="1" cap="all" spc="200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cap="all" spc="200" baseline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5.625.000</a:t>
                      </a:r>
                      <a:r>
                        <a:rPr lang="pt-BR" sz="1200" b="1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48.000.000</a:t>
                      </a:r>
                      <a:r>
                        <a:rPr lang="pt-BR" sz="1200" b="1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216.000.000</a:t>
                      </a:r>
                      <a:r>
                        <a:rPr lang="pt-BR" sz="1200" b="1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auto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u="none" strike="noStrike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36301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Despesas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867358"/>
                  </a:ext>
                </a:extLst>
              </a:tr>
              <a:tr h="36764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Vendas e marketing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5.062.500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38.400.000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151.200.000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auto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  <a:tr h="360261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Atendimento ao cliente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1.687.500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9.600.000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21.600.000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70%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67748"/>
                  </a:ext>
                </a:extLst>
              </a:tr>
              <a:tr h="345153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Desenvolvimento do produto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562.500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2.400.000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10.800.000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10%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341114"/>
                  </a:ext>
                </a:extLst>
              </a:tr>
              <a:tr h="3507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Pesquisa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281.250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2.400.000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4.320.000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5%</a:t>
                      </a:r>
                      <a:r>
                        <a:rPr lang="pt-BR" sz="1200" b="0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7110"/>
                  </a:ext>
                </a:extLst>
              </a:tr>
              <a:tr h="35490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1" u="none" strike="noStrike" cap="all" spc="200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Despesas Totais</a:t>
                      </a:r>
                      <a:endParaRPr lang="pt-BR" sz="1200" b="1" i="0" cap="all" spc="200" baseline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7.593.750</a:t>
                      </a:r>
                      <a:r>
                        <a:rPr lang="pt-BR" sz="1200" b="1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52.800.000</a:t>
                      </a:r>
                      <a:r>
                        <a:rPr lang="pt-BR" sz="1200" b="1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187.920.000</a:t>
                      </a:r>
                      <a:r>
                        <a:rPr lang="pt-BR" sz="1200" b="1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2%</a:t>
                      </a:r>
                      <a:r>
                        <a:rPr lang="pt-BR" sz="1200" b="1" noProof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pt-BR" sz="1200" b="1" i="0" noProof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74008"/>
                  </a:ext>
                </a:extLst>
              </a:tr>
              <a:tr h="354904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base"/>
                      <a:r>
                        <a:rPr lang="pt-BR" sz="1200" b="0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EBIT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-1.968.750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-4.800.000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r" rtl="0" fontAlgn="base"/>
                      <a:r>
                        <a:rPr lang="pt-BR" sz="1200" b="1" u="none" strike="noStrike" noProof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28.080.000</a:t>
                      </a:r>
                      <a:endParaRPr lang="pt-BR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l" rtl="0" fontAlgn="auto"/>
                      <a:r>
                        <a:rPr lang="pt-BR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​</a:t>
                      </a:r>
                      <a:endParaRPr lang="pt-BR" sz="1200" b="0" i="0" u="none" strike="noStrike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353374"/>
                  </a:ext>
                </a:extLst>
              </a:tr>
            </a:tbl>
          </a:graphicData>
        </a:graphic>
      </p:graphicFrame>
      <p:sp>
        <p:nvSpPr>
          <p:cNvPr id="32" name="Espaço Reservado para Rodapé 31">
            <a:extLst>
              <a:ext uri="{FF2B5EF4-FFF2-40B4-BE49-F238E27FC236}">
                <a16:creationId xmlns:a16="http://schemas.microsoft.com/office/drawing/2014/main" id="{EB3167CB-A6C4-4DEF-86D2-0EE698CF0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33" name="Espaço Reservado para o Número do Slide 32">
            <a:extLst>
              <a:ext uri="{FF2B5EF4-FFF2-40B4-BE49-F238E27FC236}">
                <a16:creationId xmlns:a16="http://schemas.microsoft.com/office/drawing/2014/main" id="{705E33BA-D532-4BFC-985F-6257C8C95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7591677"/>
      </p:ext>
    </p:extLst>
  </p:cSld>
  <p:clrMapOvr>
    <a:masterClrMapping/>
  </p:clrMapOvr>
</p:sld>
</file>

<file path=ppt/slides/slide18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ítulo 37">
            <a:extLst>
              <a:ext uri="{FF2B5EF4-FFF2-40B4-BE49-F238E27FC236}">
                <a16:creationId xmlns:a16="http://schemas.microsoft.com/office/drawing/2014/main" id="{56C6724C-9FF7-4DF9-B366-D5C52888E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507" y="412356"/>
            <a:ext cx="5561556" cy="56767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Financiamento</a:t>
            </a:r>
          </a:p>
        </p:txBody>
      </p:sp>
      <p:sp>
        <p:nvSpPr>
          <p:cNvPr id="121" name="Espaço Reservado para Texto 120">
            <a:extLst>
              <a:ext uri="{FF2B5EF4-FFF2-40B4-BE49-F238E27FC236}">
                <a16:creationId xmlns:a16="http://schemas.microsoft.com/office/drawing/2014/main" id="{3EC3454A-0EA5-4C3A-B450-DDFF5E5870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0273" y="2216292"/>
            <a:ext cx="1611892" cy="1151632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90000"/>
              </a:lnSpc>
            </a:pPr>
            <a:r>
              <a:rPr lang="pt-BR" dirty="0"/>
              <a:t>12 mil</a:t>
            </a:r>
          </a:p>
        </p:txBody>
      </p:sp>
      <p:sp>
        <p:nvSpPr>
          <p:cNvPr id="122" name="Espaço Reservado para Texto 121">
            <a:extLst>
              <a:ext uri="{FF2B5EF4-FFF2-40B4-BE49-F238E27FC236}">
                <a16:creationId xmlns:a16="http://schemas.microsoft.com/office/drawing/2014/main" id="{9B62333D-A92E-480A-B410-E38591B9F8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13801" y="2216293"/>
            <a:ext cx="1611892" cy="1151632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90000"/>
              </a:lnSpc>
            </a:pPr>
            <a:r>
              <a:rPr lang="pt-BR"/>
              <a:t>14 mil</a:t>
            </a:r>
          </a:p>
        </p:txBody>
      </p:sp>
      <p:sp>
        <p:nvSpPr>
          <p:cNvPr id="123" name="Espaço Reservado para Texto 122">
            <a:extLst>
              <a:ext uri="{FF2B5EF4-FFF2-40B4-BE49-F238E27FC236}">
                <a16:creationId xmlns:a16="http://schemas.microsoft.com/office/drawing/2014/main" id="{FB3CE12F-738B-455E-9355-23BD96C570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97329" y="2216293"/>
            <a:ext cx="1611892" cy="1151632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90000"/>
              </a:lnSpc>
            </a:pPr>
            <a:r>
              <a:rPr lang="pt-BR"/>
              <a:t>32 mil</a:t>
            </a:r>
          </a:p>
        </p:txBody>
      </p:sp>
      <p:sp>
        <p:nvSpPr>
          <p:cNvPr id="124" name="Espaço Reservado para Texto 123">
            <a:extLst>
              <a:ext uri="{FF2B5EF4-FFF2-40B4-BE49-F238E27FC236}">
                <a16:creationId xmlns:a16="http://schemas.microsoft.com/office/drawing/2014/main" id="{88FF8AD0-5502-494F-B9DF-E65EEB0F074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80856" y="2216293"/>
            <a:ext cx="1611892" cy="1151632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90000"/>
              </a:lnSpc>
            </a:pPr>
            <a:r>
              <a:rPr lang="pt-BR"/>
              <a:t>82 mil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485F1817-57FD-4E22-B791-FB70319169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26" y="3927568"/>
            <a:ext cx="2382386" cy="6137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Propriedade</a:t>
            </a:r>
          </a:p>
        </p:txBody>
      </p:sp>
      <p:sp>
        <p:nvSpPr>
          <p:cNvPr id="57" name="Espaço Reservado para Texto 56">
            <a:extLst>
              <a:ext uri="{FF2B5EF4-FFF2-40B4-BE49-F238E27FC236}">
                <a16:creationId xmlns:a16="http://schemas.microsoft.com/office/drawing/2014/main" id="{7A15FA0D-1700-430B-B189-08D820F8FD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026" y="4519311"/>
            <a:ext cx="2382386" cy="8579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Receita obtida com o aluguel de imóveis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116241FF-379D-4C5E-A5A9-5ACCE975E4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43494" y="3927568"/>
            <a:ext cx="3352506" cy="6137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Investimentos Angel</a:t>
            </a:r>
          </a:p>
        </p:txBody>
      </p:sp>
      <p:sp>
        <p:nvSpPr>
          <p:cNvPr id="58" name="Espaço Reservado para Texto 57">
            <a:extLst>
              <a:ext uri="{FF2B5EF4-FFF2-40B4-BE49-F238E27FC236}">
                <a16:creationId xmlns:a16="http://schemas.microsoft.com/office/drawing/2014/main" id="{3631C29B-F1C1-494F-AC0D-218DEF3535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28554" y="4519311"/>
            <a:ext cx="2382386" cy="8579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Valor obtido através de outros investidores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80403D31-4B7A-4D06-B2C8-5671B20409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12082" y="3927568"/>
            <a:ext cx="2382386" cy="6137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Dinheiro</a:t>
            </a:r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FD4CD6F4-17BE-49EF-BE2E-F9D3790441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12082" y="4519311"/>
            <a:ext cx="2382386" cy="8579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Dinheiro líquido que temos em mãos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E1846A24-F89C-4782-A3CB-3C8B710BC7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95609" y="3927568"/>
            <a:ext cx="2382386" cy="6137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Ações</a:t>
            </a:r>
          </a:p>
        </p:txBody>
      </p:sp>
      <p:sp>
        <p:nvSpPr>
          <p:cNvPr id="60" name="Espaço Reservado para Texto 59">
            <a:extLst>
              <a:ext uri="{FF2B5EF4-FFF2-40B4-BE49-F238E27FC236}">
                <a16:creationId xmlns:a16="http://schemas.microsoft.com/office/drawing/2014/main" id="{B0B21CE3-707A-4A45-B46E-7E000F5052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95609" y="4519311"/>
            <a:ext cx="2382386" cy="8579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Número de ações convertidas em USD</a:t>
            </a:r>
          </a:p>
        </p:txBody>
      </p:sp>
      <p:sp>
        <p:nvSpPr>
          <p:cNvPr id="254" name="Espaço Reservado para Rodapé 253">
            <a:extLst>
              <a:ext uri="{FF2B5EF4-FFF2-40B4-BE49-F238E27FC236}">
                <a16:creationId xmlns:a16="http://schemas.microsoft.com/office/drawing/2014/main" id="{9DF4D139-9BDD-4805-9790-7AE16FDFB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255" name="Espaço Reservado para o Número do Slide 254">
            <a:extLst>
              <a:ext uri="{FF2B5EF4-FFF2-40B4-BE49-F238E27FC236}">
                <a16:creationId xmlns:a16="http://schemas.microsoft.com/office/drawing/2014/main" id="{0911F1E0-1FA7-400E-8710-DAAD103CD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18</a:t>
            </a:fld>
            <a:endParaRPr lang="pt-BR"/>
          </a:p>
        </p:txBody>
      </p:sp>
      <p:grpSp>
        <p:nvGrpSpPr>
          <p:cNvPr id="18" name="Elemento gráfico 17">
            <a:extLst>
              <a:ext uri="{FF2B5EF4-FFF2-40B4-BE49-F238E27FC236}">
                <a16:creationId xmlns:a16="http://schemas.microsoft.com/office/drawing/2014/main" id="{6AB4C7D7-85FD-45DC-B118-5116A234F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4932" y="1880822"/>
            <a:ext cx="1822574" cy="1822573"/>
            <a:chOff x="545026" y="3295434"/>
            <a:chExt cx="2382386" cy="2382385"/>
          </a:xfrm>
        </p:grpSpPr>
        <p:sp>
          <p:nvSpPr>
            <p:cNvPr id="20" name="Elemento gráfico 17">
              <a:extLst>
                <a:ext uri="{FF2B5EF4-FFF2-40B4-BE49-F238E27FC236}">
                  <a16:creationId xmlns:a16="http://schemas.microsoft.com/office/drawing/2014/main" id="{42D5DCDC-AC8E-47BA-9E78-438F00FF3204}"/>
                </a:ext>
              </a:extLst>
            </p:cNvPr>
            <p:cNvSpPr/>
            <p:nvPr/>
          </p:nvSpPr>
          <p:spPr>
            <a:xfrm>
              <a:off x="545026" y="3372572"/>
              <a:ext cx="2382386" cy="2305247"/>
            </a:xfrm>
            <a:custGeom>
              <a:avLst/>
              <a:gdLst>
                <a:gd name="connsiteX0" fmla="*/ 1613719 w 2382386"/>
                <a:gd name="connsiteY0" fmla="*/ 0 h 2305247"/>
                <a:gd name="connsiteX1" fmla="*/ 1613719 w 2382386"/>
                <a:gd name="connsiteY1" fmla="*/ 196239 h 2305247"/>
                <a:gd name="connsiteX2" fmla="*/ 1905469 w 2382386"/>
                <a:gd name="connsiteY2" fmla="*/ 399749 h 2305247"/>
                <a:gd name="connsiteX3" fmla="*/ 2122041 w 2382386"/>
                <a:gd name="connsiteY3" fmla="*/ 720912 h 2305247"/>
                <a:gd name="connsiteX4" fmla="*/ 2201351 w 2382386"/>
                <a:gd name="connsiteY4" fmla="*/ 1114055 h 2305247"/>
                <a:gd name="connsiteX5" fmla="*/ 2122041 w 2382386"/>
                <a:gd name="connsiteY5" fmla="*/ 1507198 h 2305247"/>
                <a:gd name="connsiteX6" fmla="*/ 1905469 w 2382386"/>
                <a:gd name="connsiteY6" fmla="*/ 1828361 h 2305247"/>
                <a:gd name="connsiteX7" fmla="*/ 1584306 w 2382386"/>
                <a:gd name="connsiteY7" fmla="*/ 2044933 h 2305247"/>
                <a:gd name="connsiteX8" fmla="*/ 1191163 w 2382386"/>
                <a:gd name="connsiteY8" fmla="*/ 2124243 h 2305247"/>
                <a:gd name="connsiteX9" fmla="*/ 798020 w 2382386"/>
                <a:gd name="connsiteY9" fmla="*/ 2044933 h 2305247"/>
                <a:gd name="connsiteX10" fmla="*/ 476857 w 2382386"/>
                <a:gd name="connsiteY10" fmla="*/ 1828361 h 2305247"/>
                <a:gd name="connsiteX11" fmla="*/ 260285 w 2382386"/>
                <a:gd name="connsiteY11" fmla="*/ 1507198 h 2305247"/>
                <a:gd name="connsiteX12" fmla="*/ 181005 w 2382386"/>
                <a:gd name="connsiteY12" fmla="*/ 1114055 h 2305247"/>
                <a:gd name="connsiteX13" fmla="*/ 260315 w 2382386"/>
                <a:gd name="connsiteY13" fmla="*/ 720912 h 2305247"/>
                <a:gd name="connsiteX14" fmla="*/ 476888 w 2382386"/>
                <a:gd name="connsiteY14" fmla="*/ 399749 h 2305247"/>
                <a:gd name="connsiteX15" fmla="*/ 768637 w 2382386"/>
                <a:gd name="connsiteY15" fmla="*/ 196239 h 2305247"/>
                <a:gd name="connsiteX16" fmla="*/ 768637 w 2382386"/>
                <a:gd name="connsiteY16" fmla="*/ 0 h 2305247"/>
                <a:gd name="connsiteX17" fmla="*/ 0 w 2382386"/>
                <a:gd name="connsiteY17" fmla="*/ 1114055 h 2305247"/>
                <a:gd name="connsiteX18" fmla="*/ 1191193 w 2382386"/>
                <a:gd name="connsiteY18" fmla="*/ 2305248 h 2305247"/>
                <a:gd name="connsiteX19" fmla="*/ 2382386 w 2382386"/>
                <a:gd name="connsiteY19" fmla="*/ 1114055 h 2305247"/>
                <a:gd name="connsiteX20" fmla="*/ 1613719 w 2382386"/>
                <a:gd name="connsiteY20" fmla="*/ 0 h 230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82386" h="2305247">
                  <a:moveTo>
                    <a:pt x="1613719" y="0"/>
                  </a:moveTo>
                  <a:lnTo>
                    <a:pt x="1613719" y="196239"/>
                  </a:lnTo>
                  <a:cubicBezTo>
                    <a:pt x="1722231" y="246227"/>
                    <a:pt x="1820276" y="314556"/>
                    <a:pt x="1905469" y="399749"/>
                  </a:cubicBezTo>
                  <a:cubicBezTo>
                    <a:pt x="1998294" y="492575"/>
                    <a:pt x="2071148" y="600635"/>
                    <a:pt x="2122041" y="720912"/>
                  </a:cubicBezTo>
                  <a:cubicBezTo>
                    <a:pt x="2174683" y="845323"/>
                    <a:pt x="2201351" y="977607"/>
                    <a:pt x="2201351" y="1114055"/>
                  </a:cubicBezTo>
                  <a:cubicBezTo>
                    <a:pt x="2201351" y="1250502"/>
                    <a:pt x="2174683" y="1382787"/>
                    <a:pt x="2122041" y="1507198"/>
                  </a:cubicBezTo>
                  <a:cubicBezTo>
                    <a:pt x="2071179" y="1627475"/>
                    <a:pt x="1998324" y="1735505"/>
                    <a:pt x="1905469" y="1828361"/>
                  </a:cubicBezTo>
                  <a:cubicBezTo>
                    <a:pt x="1812643" y="1921186"/>
                    <a:pt x="1704583" y="1994040"/>
                    <a:pt x="1584306" y="2044933"/>
                  </a:cubicBezTo>
                  <a:cubicBezTo>
                    <a:pt x="1459895" y="2097545"/>
                    <a:pt x="1327611" y="2124243"/>
                    <a:pt x="1191163" y="2124243"/>
                  </a:cubicBezTo>
                  <a:cubicBezTo>
                    <a:pt x="1054716" y="2124243"/>
                    <a:pt x="922431" y="2097545"/>
                    <a:pt x="798020" y="2044933"/>
                  </a:cubicBezTo>
                  <a:cubicBezTo>
                    <a:pt x="677743" y="1994071"/>
                    <a:pt x="569713" y="1921186"/>
                    <a:pt x="476857" y="1828361"/>
                  </a:cubicBezTo>
                  <a:cubicBezTo>
                    <a:pt x="384032" y="1735535"/>
                    <a:pt x="311178" y="1627475"/>
                    <a:pt x="260285" y="1507198"/>
                  </a:cubicBezTo>
                  <a:cubicBezTo>
                    <a:pt x="207673" y="1382787"/>
                    <a:pt x="181005" y="1250502"/>
                    <a:pt x="181005" y="1114055"/>
                  </a:cubicBezTo>
                  <a:cubicBezTo>
                    <a:pt x="181005" y="977607"/>
                    <a:pt x="207673" y="845323"/>
                    <a:pt x="260315" y="720912"/>
                  </a:cubicBezTo>
                  <a:cubicBezTo>
                    <a:pt x="311178" y="600635"/>
                    <a:pt x="384032" y="492605"/>
                    <a:pt x="476888" y="399749"/>
                  </a:cubicBezTo>
                  <a:cubicBezTo>
                    <a:pt x="562081" y="314556"/>
                    <a:pt x="660125" y="246227"/>
                    <a:pt x="768637" y="196239"/>
                  </a:cubicBezTo>
                  <a:lnTo>
                    <a:pt x="768637" y="0"/>
                  </a:lnTo>
                  <a:cubicBezTo>
                    <a:pt x="319353" y="170476"/>
                    <a:pt x="0" y="604979"/>
                    <a:pt x="0" y="1114055"/>
                  </a:cubicBezTo>
                  <a:cubicBezTo>
                    <a:pt x="0" y="1771917"/>
                    <a:pt x="533301" y="2305248"/>
                    <a:pt x="1191193" y="2305248"/>
                  </a:cubicBezTo>
                  <a:cubicBezTo>
                    <a:pt x="1849055" y="2305248"/>
                    <a:pt x="2382386" y="1771947"/>
                    <a:pt x="2382386" y="1114055"/>
                  </a:cubicBezTo>
                  <a:cubicBezTo>
                    <a:pt x="2382356" y="604979"/>
                    <a:pt x="2063033" y="170476"/>
                    <a:pt x="1613719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  <p:sp>
          <p:nvSpPr>
            <p:cNvPr id="22" name="Elemento gráfico 17">
              <a:extLst>
                <a:ext uri="{FF2B5EF4-FFF2-40B4-BE49-F238E27FC236}">
                  <a16:creationId xmlns:a16="http://schemas.microsoft.com/office/drawing/2014/main" id="{11347CE7-3994-4114-A0FF-31E477D1388D}"/>
                </a:ext>
              </a:extLst>
            </p:cNvPr>
            <p:cNvSpPr/>
            <p:nvPr/>
          </p:nvSpPr>
          <p:spPr>
            <a:xfrm>
              <a:off x="1302327" y="3295434"/>
              <a:ext cx="861065" cy="273377"/>
            </a:xfrm>
            <a:custGeom>
              <a:avLst/>
              <a:gdLst>
                <a:gd name="connsiteX0" fmla="*/ 29383 w 845111"/>
                <a:gd name="connsiteY0" fmla="*/ 260315 h 273377"/>
                <a:gd name="connsiteX1" fmla="*/ 422556 w 845111"/>
                <a:gd name="connsiteY1" fmla="*/ 181005 h 273377"/>
                <a:gd name="connsiteX2" fmla="*/ 815699 w 845111"/>
                <a:gd name="connsiteY2" fmla="*/ 260315 h 273377"/>
                <a:gd name="connsiteX3" fmla="*/ 845112 w 845111"/>
                <a:gd name="connsiteY3" fmla="*/ 273378 h 273377"/>
                <a:gd name="connsiteX4" fmla="*/ 845112 w 845111"/>
                <a:gd name="connsiteY4" fmla="*/ 77138 h 273377"/>
                <a:gd name="connsiteX5" fmla="*/ 422556 w 845111"/>
                <a:gd name="connsiteY5" fmla="*/ 0 h 273377"/>
                <a:gd name="connsiteX6" fmla="*/ 0 w 845111"/>
                <a:gd name="connsiteY6" fmla="*/ 77138 h 273377"/>
                <a:gd name="connsiteX7" fmla="*/ 0 w 845111"/>
                <a:gd name="connsiteY7" fmla="*/ 273378 h 273377"/>
                <a:gd name="connsiteX8" fmla="*/ 29383 w 845111"/>
                <a:gd name="connsiteY8" fmla="*/ 260315 h 27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5111" h="273377">
                  <a:moveTo>
                    <a:pt x="29383" y="260315"/>
                  </a:moveTo>
                  <a:cubicBezTo>
                    <a:pt x="153824" y="207703"/>
                    <a:pt x="286078" y="181005"/>
                    <a:pt x="422556" y="181005"/>
                  </a:cubicBezTo>
                  <a:cubicBezTo>
                    <a:pt x="559003" y="181005"/>
                    <a:pt x="691288" y="207703"/>
                    <a:pt x="815699" y="260315"/>
                  </a:cubicBezTo>
                  <a:cubicBezTo>
                    <a:pt x="825594" y="264508"/>
                    <a:pt x="835368" y="268883"/>
                    <a:pt x="845112" y="273378"/>
                  </a:cubicBezTo>
                  <a:lnTo>
                    <a:pt x="845112" y="77138"/>
                  </a:lnTo>
                  <a:cubicBezTo>
                    <a:pt x="713763" y="27302"/>
                    <a:pt x="571342" y="0"/>
                    <a:pt x="422556" y="0"/>
                  </a:cubicBezTo>
                  <a:cubicBezTo>
                    <a:pt x="273770" y="0"/>
                    <a:pt x="131319" y="27302"/>
                    <a:pt x="0" y="77138"/>
                  </a:cubicBezTo>
                  <a:lnTo>
                    <a:pt x="0" y="273378"/>
                  </a:lnTo>
                  <a:cubicBezTo>
                    <a:pt x="9714" y="268883"/>
                    <a:pt x="19488" y="264508"/>
                    <a:pt x="29383" y="260315"/>
                  </a:cubicBezTo>
                  <a:close/>
                </a:path>
              </a:pathLst>
            </a:custGeom>
            <a:solidFill>
              <a:schemeClr val="accent5"/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4" name="Elemento gráfico 19">
            <a:extLst>
              <a:ext uri="{FF2B5EF4-FFF2-40B4-BE49-F238E27FC236}">
                <a16:creationId xmlns:a16="http://schemas.microsoft.com/office/drawing/2014/main" id="{C3274E2D-7322-450D-B329-E7F048421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508460" y="1880822"/>
            <a:ext cx="1822574" cy="1822574"/>
            <a:chOff x="3228554" y="3295434"/>
            <a:chExt cx="2382386" cy="2382386"/>
          </a:xfrm>
        </p:grpSpPr>
        <p:sp>
          <p:nvSpPr>
            <p:cNvPr id="25" name="Gráfico 19">
              <a:extLst>
                <a:ext uri="{FF2B5EF4-FFF2-40B4-BE49-F238E27FC236}">
                  <a16:creationId xmlns:a16="http://schemas.microsoft.com/office/drawing/2014/main" id="{22BB1AEA-648A-428A-A5AB-7ABD13965AB1}"/>
                </a:ext>
              </a:extLst>
            </p:cNvPr>
            <p:cNvSpPr/>
            <p:nvPr/>
          </p:nvSpPr>
          <p:spPr>
            <a:xfrm>
              <a:off x="3228554" y="3295434"/>
              <a:ext cx="2382386" cy="2382386"/>
            </a:xfrm>
            <a:custGeom>
              <a:avLst/>
              <a:gdLst>
                <a:gd name="connsiteX0" fmla="*/ 2201351 w 2382386"/>
                <a:gd name="connsiteY0" fmla="*/ 1191193 h 2382386"/>
                <a:gd name="connsiteX1" fmla="*/ 2122041 w 2382386"/>
                <a:gd name="connsiteY1" fmla="*/ 1584336 h 2382386"/>
                <a:gd name="connsiteX2" fmla="*/ 1905469 w 2382386"/>
                <a:gd name="connsiteY2" fmla="*/ 1905499 h 2382386"/>
                <a:gd name="connsiteX3" fmla="*/ 1584306 w 2382386"/>
                <a:gd name="connsiteY3" fmla="*/ 2122071 h 2382386"/>
                <a:gd name="connsiteX4" fmla="*/ 1191163 w 2382386"/>
                <a:gd name="connsiteY4" fmla="*/ 2201381 h 2382386"/>
                <a:gd name="connsiteX5" fmla="*/ 798020 w 2382386"/>
                <a:gd name="connsiteY5" fmla="*/ 2122071 h 2382386"/>
                <a:gd name="connsiteX6" fmla="*/ 476857 w 2382386"/>
                <a:gd name="connsiteY6" fmla="*/ 1905499 h 2382386"/>
                <a:gd name="connsiteX7" fmla="*/ 260285 w 2382386"/>
                <a:gd name="connsiteY7" fmla="*/ 1584336 h 2382386"/>
                <a:gd name="connsiteX8" fmla="*/ 181005 w 2382386"/>
                <a:gd name="connsiteY8" fmla="*/ 1191193 h 2382386"/>
                <a:gd name="connsiteX9" fmla="*/ 260315 w 2382386"/>
                <a:gd name="connsiteY9" fmla="*/ 798051 h 2382386"/>
                <a:gd name="connsiteX10" fmla="*/ 476888 w 2382386"/>
                <a:gd name="connsiteY10" fmla="*/ 476888 h 2382386"/>
                <a:gd name="connsiteX11" fmla="*/ 768637 w 2382386"/>
                <a:gd name="connsiteY11" fmla="*/ 273378 h 2382386"/>
                <a:gd name="connsiteX12" fmla="*/ 798051 w 2382386"/>
                <a:gd name="connsiteY12" fmla="*/ 260315 h 2382386"/>
                <a:gd name="connsiteX13" fmla="*/ 1191193 w 2382386"/>
                <a:gd name="connsiteY13" fmla="*/ 181005 h 2382386"/>
                <a:gd name="connsiteX14" fmla="*/ 1584336 w 2382386"/>
                <a:gd name="connsiteY14" fmla="*/ 260315 h 2382386"/>
                <a:gd name="connsiteX15" fmla="*/ 1613749 w 2382386"/>
                <a:gd name="connsiteY15" fmla="*/ 273378 h 2382386"/>
                <a:gd name="connsiteX16" fmla="*/ 1613749 w 2382386"/>
                <a:gd name="connsiteY16" fmla="*/ 77138 h 2382386"/>
                <a:gd name="connsiteX17" fmla="*/ 1191193 w 2382386"/>
                <a:gd name="connsiteY17" fmla="*/ 0 h 2382386"/>
                <a:gd name="connsiteX18" fmla="*/ 768637 w 2382386"/>
                <a:gd name="connsiteY18" fmla="*/ 77138 h 2382386"/>
                <a:gd name="connsiteX19" fmla="*/ 0 w 2382386"/>
                <a:gd name="connsiteY19" fmla="*/ 1191193 h 2382386"/>
                <a:gd name="connsiteX20" fmla="*/ 1191193 w 2382386"/>
                <a:gd name="connsiteY20" fmla="*/ 2382386 h 2382386"/>
                <a:gd name="connsiteX21" fmla="*/ 2382386 w 2382386"/>
                <a:gd name="connsiteY21" fmla="*/ 1191193 h 2382386"/>
                <a:gd name="connsiteX22" fmla="*/ 2376534 w 2382386"/>
                <a:gd name="connsiteY22" fmla="*/ 1072454 h 2382386"/>
                <a:gd name="connsiteX23" fmla="*/ 2194473 w 2382386"/>
                <a:gd name="connsiteY23" fmla="*/ 1072454 h 2382386"/>
                <a:gd name="connsiteX24" fmla="*/ 2201351 w 2382386"/>
                <a:gd name="connsiteY24" fmla="*/ 1191193 h 238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82386" h="2382386">
                  <a:moveTo>
                    <a:pt x="2201351" y="1191193"/>
                  </a:moveTo>
                  <a:cubicBezTo>
                    <a:pt x="2201351" y="1327641"/>
                    <a:pt x="2174683" y="1459925"/>
                    <a:pt x="2122041" y="1584336"/>
                  </a:cubicBezTo>
                  <a:cubicBezTo>
                    <a:pt x="2071179" y="1704614"/>
                    <a:pt x="1998324" y="1812643"/>
                    <a:pt x="1905469" y="1905499"/>
                  </a:cubicBezTo>
                  <a:cubicBezTo>
                    <a:pt x="1812643" y="1998324"/>
                    <a:pt x="1704583" y="2071179"/>
                    <a:pt x="1584306" y="2122071"/>
                  </a:cubicBezTo>
                  <a:cubicBezTo>
                    <a:pt x="1459895" y="2174683"/>
                    <a:pt x="1327611" y="2201381"/>
                    <a:pt x="1191163" y="2201381"/>
                  </a:cubicBezTo>
                  <a:cubicBezTo>
                    <a:pt x="1054716" y="2201381"/>
                    <a:pt x="922431" y="2174683"/>
                    <a:pt x="798020" y="2122071"/>
                  </a:cubicBezTo>
                  <a:cubicBezTo>
                    <a:pt x="677743" y="2071209"/>
                    <a:pt x="569713" y="1998324"/>
                    <a:pt x="476857" y="1905499"/>
                  </a:cubicBezTo>
                  <a:cubicBezTo>
                    <a:pt x="384032" y="1812673"/>
                    <a:pt x="311178" y="1704614"/>
                    <a:pt x="260285" y="1584336"/>
                  </a:cubicBezTo>
                  <a:cubicBezTo>
                    <a:pt x="207703" y="1459925"/>
                    <a:pt x="181005" y="1327641"/>
                    <a:pt x="181005" y="1191193"/>
                  </a:cubicBezTo>
                  <a:cubicBezTo>
                    <a:pt x="181005" y="1054746"/>
                    <a:pt x="207673" y="922461"/>
                    <a:pt x="260315" y="798051"/>
                  </a:cubicBezTo>
                  <a:cubicBezTo>
                    <a:pt x="311178" y="677773"/>
                    <a:pt x="384032" y="569743"/>
                    <a:pt x="476888" y="476888"/>
                  </a:cubicBezTo>
                  <a:cubicBezTo>
                    <a:pt x="562081" y="391695"/>
                    <a:pt x="660125" y="323365"/>
                    <a:pt x="768637" y="273378"/>
                  </a:cubicBezTo>
                  <a:cubicBezTo>
                    <a:pt x="778351" y="268883"/>
                    <a:pt x="788125" y="264508"/>
                    <a:pt x="798051" y="260315"/>
                  </a:cubicBezTo>
                  <a:cubicBezTo>
                    <a:pt x="922461" y="207703"/>
                    <a:pt x="1054716" y="181005"/>
                    <a:pt x="1191193" y="181005"/>
                  </a:cubicBezTo>
                  <a:cubicBezTo>
                    <a:pt x="1327641" y="181005"/>
                    <a:pt x="1459925" y="207703"/>
                    <a:pt x="1584336" y="260315"/>
                  </a:cubicBezTo>
                  <a:cubicBezTo>
                    <a:pt x="1594231" y="264508"/>
                    <a:pt x="1604005" y="268883"/>
                    <a:pt x="1613749" y="273378"/>
                  </a:cubicBezTo>
                  <a:lnTo>
                    <a:pt x="1613749" y="77138"/>
                  </a:lnTo>
                  <a:cubicBezTo>
                    <a:pt x="1482400" y="27302"/>
                    <a:pt x="1339979" y="0"/>
                    <a:pt x="1191193" y="0"/>
                  </a:cubicBezTo>
                  <a:cubicBezTo>
                    <a:pt x="1042407" y="0"/>
                    <a:pt x="899956" y="27302"/>
                    <a:pt x="768637" y="77138"/>
                  </a:cubicBezTo>
                  <a:cubicBezTo>
                    <a:pt x="319353" y="247615"/>
                    <a:pt x="0" y="682117"/>
                    <a:pt x="0" y="1191193"/>
                  </a:cubicBezTo>
                  <a:cubicBezTo>
                    <a:pt x="0" y="1849055"/>
                    <a:pt x="533301" y="2382386"/>
                    <a:pt x="1191193" y="2382386"/>
                  </a:cubicBezTo>
                  <a:cubicBezTo>
                    <a:pt x="1849055" y="2382386"/>
                    <a:pt x="2382386" y="1849086"/>
                    <a:pt x="2382386" y="1191193"/>
                  </a:cubicBezTo>
                  <a:cubicBezTo>
                    <a:pt x="2382386" y="1151131"/>
                    <a:pt x="2380395" y="1111521"/>
                    <a:pt x="2376534" y="1072454"/>
                  </a:cubicBezTo>
                  <a:lnTo>
                    <a:pt x="2194473" y="1072454"/>
                  </a:lnTo>
                  <a:cubicBezTo>
                    <a:pt x="2198998" y="1111611"/>
                    <a:pt x="2201351" y="1151221"/>
                    <a:pt x="2201351" y="119119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  <p:sp>
          <p:nvSpPr>
            <p:cNvPr id="26" name="Elemento gráfico 19">
              <a:extLst>
                <a:ext uri="{FF2B5EF4-FFF2-40B4-BE49-F238E27FC236}">
                  <a16:creationId xmlns:a16="http://schemas.microsoft.com/office/drawing/2014/main" id="{4FD12B93-6BE9-4848-9232-C173B66BEFCA}"/>
                </a:ext>
              </a:extLst>
            </p:cNvPr>
            <p:cNvSpPr/>
            <p:nvPr/>
          </p:nvSpPr>
          <p:spPr>
            <a:xfrm>
              <a:off x="4836606" y="3371529"/>
              <a:ext cx="760584" cy="995315"/>
            </a:xfrm>
            <a:custGeom>
              <a:avLst/>
              <a:gdLst>
                <a:gd name="connsiteX0" fmla="*/ 0 w 762784"/>
                <a:gd name="connsiteY0" fmla="*/ 0 h 995315"/>
                <a:gd name="connsiteX1" fmla="*/ 0 w 762784"/>
                <a:gd name="connsiteY1" fmla="*/ 0 h 995315"/>
                <a:gd name="connsiteX2" fmla="*/ 0 w 762784"/>
                <a:gd name="connsiteY2" fmla="*/ 196239 h 995315"/>
                <a:gd name="connsiteX3" fmla="*/ 0 w 762784"/>
                <a:gd name="connsiteY3" fmla="*/ 196239 h 995315"/>
                <a:gd name="connsiteX4" fmla="*/ 291750 w 762784"/>
                <a:gd name="connsiteY4" fmla="*/ 399749 h 995315"/>
                <a:gd name="connsiteX5" fmla="*/ 508322 w 762784"/>
                <a:gd name="connsiteY5" fmla="*/ 720912 h 995315"/>
                <a:gd name="connsiteX6" fmla="*/ 580724 w 762784"/>
                <a:gd name="connsiteY6" fmla="*/ 995316 h 995315"/>
                <a:gd name="connsiteX7" fmla="*/ 762785 w 762784"/>
                <a:gd name="connsiteY7" fmla="*/ 995316 h 995315"/>
                <a:gd name="connsiteX8" fmla="*/ 0 w 762784"/>
                <a:gd name="connsiteY8" fmla="*/ 0 h 995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784" h="995315">
                  <a:moveTo>
                    <a:pt x="0" y="0"/>
                  </a:moveTo>
                  <a:lnTo>
                    <a:pt x="0" y="0"/>
                  </a:lnTo>
                  <a:lnTo>
                    <a:pt x="0" y="196239"/>
                  </a:lnTo>
                  <a:lnTo>
                    <a:pt x="0" y="196239"/>
                  </a:lnTo>
                  <a:cubicBezTo>
                    <a:pt x="108513" y="246227"/>
                    <a:pt x="206557" y="314556"/>
                    <a:pt x="291750" y="399749"/>
                  </a:cubicBezTo>
                  <a:cubicBezTo>
                    <a:pt x="384575" y="492575"/>
                    <a:pt x="457430" y="600635"/>
                    <a:pt x="508322" y="720912"/>
                  </a:cubicBezTo>
                  <a:cubicBezTo>
                    <a:pt x="545519" y="808881"/>
                    <a:pt x="569713" y="900801"/>
                    <a:pt x="580724" y="995316"/>
                  </a:cubicBezTo>
                  <a:lnTo>
                    <a:pt x="762785" y="995316"/>
                  </a:lnTo>
                  <a:cubicBezTo>
                    <a:pt x="717564" y="538218"/>
                    <a:pt x="413928" y="157082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Elemento Gráfico 21">
            <a:extLst>
              <a:ext uri="{FF2B5EF4-FFF2-40B4-BE49-F238E27FC236}">
                <a16:creationId xmlns:a16="http://schemas.microsoft.com/office/drawing/2014/main" id="{48515CB0-1F54-4246-9205-AC1FA008E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91999" y="1880822"/>
            <a:ext cx="1822552" cy="1822574"/>
            <a:chOff x="5912082" y="3295434"/>
            <a:chExt cx="2382356" cy="2382386"/>
          </a:xfrm>
        </p:grpSpPr>
        <p:sp>
          <p:nvSpPr>
            <p:cNvPr id="28" name="Elemento Gráfico 21">
              <a:extLst>
                <a:ext uri="{FF2B5EF4-FFF2-40B4-BE49-F238E27FC236}">
                  <a16:creationId xmlns:a16="http://schemas.microsoft.com/office/drawing/2014/main" id="{4488B693-6D14-4B14-8371-AA6BBFDCB674}"/>
                </a:ext>
              </a:extLst>
            </p:cNvPr>
            <p:cNvSpPr/>
            <p:nvPr/>
          </p:nvSpPr>
          <p:spPr>
            <a:xfrm>
              <a:off x="5912082" y="3295434"/>
              <a:ext cx="2376533" cy="2382386"/>
            </a:xfrm>
            <a:custGeom>
              <a:avLst/>
              <a:gdLst>
                <a:gd name="connsiteX0" fmla="*/ 1191193 w 2376533"/>
                <a:gd name="connsiteY0" fmla="*/ 2201351 h 2382386"/>
                <a:gd name="connsiteX1" fmla="*/ 798051 w 2376533"/>
                <a:gd name="connsiteY1" fmla="*/ 2122041 h 2382386"/>
                <a:gd name="connsiteX2" fmla="*/ 476888 w 2376533"/>
                <a:gd name="connsiteY2" fmla="*/ 1905469 h 2382386"/>
                <a:gd name="connsiteX3" fmla="*/ 260315 w 2376533"/>
                <a:gd name="connsiteY3" fmla="*/ 1584306 h 2382386"/>
                <a:gd name="connsiteX4" fmla="*/ 181005 w 2376533"/>
                <a:gd name="connsiteY4" fmla="*/ 1191193 h 2382386"/>
                <a:gd name="connsiteX5" fmla="*/ 260315 w 2376533"/>
                <a:gd name="connsiteY5" fmla="*/ 798051 h 2382386"/>
                <a:gd name="connsiteX6" fmla="*/ 476888 w 2376533"/>
                <a:gd name="connsiteY6" fmla="*/ 476888 h 2382386"/>
                <a:gd name="connsiteX7" fmla="*/ 768637 w 2376533"/>
                <a:gd name="connsiteY7" fmla="*/ 273378 h 2382386"/>
                <a:gd name="connsiteX8" fmla="*/ 798051 w 2376533"/>
                <a:gd name="connsiteY8" fmla="*/ 260315 h 2382386"/>
                <a:gd name="connsiteX9" fmla="*/ 1191193 w 2376533"/>
                <a:gd name="connsiteY9" fmla="*/ 181005 h 2382386"/>
                <a:gd name="connsiteX10" fmla="*/ 1584336 w 2376533"/>
                <a:gd name="connsiteY10" fmla="*/ 260315 h 2382386"/>
                <a:gd name="connsiteX11" fmla="*/ 1613749 w 2376533"/>
                <a:gd name="connsiteY11" fmla="*/ 273378 h 2382386"/>
                <a:gd name="connsiteX12" fmla="*/ 1905499 w 2376533"/>
                <a:gd name="connsiteY12" fmla="*/ 476888 h 2382386"/>
                <a:gd name="connsiteX13" fmla="*/ 2122071 w 2376533"/>
                <a:gd name="connsiteY13" fmla="*/ 798051 h 2382386"/>
                <a:gd name="connsiteX14" fmla="*/ 2194473 w 2376533"/>
                <a:gd name="connsiteY14" fmla="*/ 1072454 h 2382386"/>
                <a:gd name="connsiteX15" fmla="*/ 2376534 w 2376533"/>
                <a:gd name="connsiteY15" fmla="*/ 1072454 h 2382386"/>
                <a:gd name="connsiteX16" fmla="*/ 1613749 w 2376533"/>
                <a:gd name="connsiteY16" fmla="*/ 77138 h 2382386"/>
                <a:gd name="connsiteX17" fmla="*/ 1191193 w 2376533"/>
                <a:gd name="connsiteY17" fmla="*/ 0 h 2382386"/>
                <a:gd name="connsiteX18" fmla="*/ 768637 w 2376533"/>
                <a:gd name="connsiteY18" fmla="*/ 77138 h 2382386"/>
                <a:gd name="connsiteX19" fmla="*/ 0 w 2376533"/>
                <a:gd name="connsiteY19" fmla="*/ 1191193 h 2382386"/>
                <a:gd name="connsiteX20" fmla="*/ 1191193 w 2376533"/>
                <a:gd name="connsiteY20" fmla="*/ 2382386 h 2382386"/>
                <a:gd name="connsiteX21" fmla="*/ 1395668 w 2376533"/>
                <a:gd name="connsiteY21" fmla="*/ 2364889 h 2382386"/>
                <a:gd name="connsiteX22" fmla="*/ 1395668 w 2376533"/>
                <a:gd name="connsiteY22" fmla="*/ 2180747 h 2382386"/>
                <a:gd name="connsiteX23" fmla="*/ 1191193 w 2376533"/>
                <a:gd name="connsiteY23" fmla="*/ 2201351 h 238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6533" h="2382386">
                  <a:moveTo>
                    <a:pt x="1191193" y="2201351"/>
                  </a:moveTo>
                  <a:cubicBezTo>
                    <a:pt x="1054746" y="2201351"/>
                    <a:pt x="922461" y="2174683"/>
                    <a:pt x="798051" y="2122041"/>
                  </a:cubicBezTo>
                  <a:cubicBezTo>
                    <a:pt x="677773" y="2071179"/>
                    <a:pt x="569743" y="1998324"/>
                    <a:pt x="476888" y="1905469"/>
                  </a:cubicBezTo>
                  <a:cubicBezTo>
                    <a:pt x="384062" y="1812643"/>
                    <a:pt x="311208" y="1704583"/>
                    <a:pt x="260315" y="1584306"/>
                  </a:cubicBezTo>
                  <a:cubicBezTo>
                    <a:pt x="207703" y="1459925"/>
                    <a:pt x="181005" y="1327641"/>
                    <a:pt x="181005" y="1191193"/>
                  </a:cubicBezTo>
                  <a:cubicBezTo>
                    <a:pt x="181005" y="1054746"/>
                    <a:pt x="207673" y="922461"/>
                    <a:pt x="260315" y="798051"/>
                  </a:cubicBezTo>
                  <a:cubicBezTo>
                    <a:pt x="311178" y="677773"/>
                    <a:pt x="384032" y="569743"/>
                    <a:pt x="476888" y="476888"/>
                  </a:cubicBezTo>
                  <a:cubicBezTo>
                    <a:pt x="562081" y="391695"/>
                    <a:pt x="660125" y="323365"/>
                    <a:pt x="768637" y="273378"/>
                  </a:cubicBezTo>
                  <a:cubicBezTo>
                    <a:pt x="778351" y="268883"/>
                    <a:pt x="788125" y="264508"/>
                    <a:pt x="798051" y="260315"/>
                  </a:cubicBezTo>
                  <a:cubicBezTo>
                    <a:pt x="922461" y="207703"/>
                    <a:pt x="1054716" y="181005"/>
                    <a:pt x="1191193" y="181005"/>
                  </a:cubicBezTo>
                  <a:cubicBezTo>
                    <a:pt x="1327641" y="181005"/>
                    <a:pt x="1459925" y="207703"/>
                    <a:pt x="1584336" y="260315"/>
                  </a:cubicBezTo>
                  <a:cubicBezTo>
                    <a:pt x="1594231" y="264508"/>
                    <a:pt x="1604005" y="268883"/>
                    <a:pt x="1613749" y="273378"/>
                  </a:cubicBezTo>
                  <a:cubicBezTo>
                    <a:pt x="1722262" y="323365"/>
                    <a:pt x="1820306" y="391695"/>
                    <a:pt x="1905499" y="476888"/>
                  </a:cubicBezTo>
                  <a:cubicBezTo>
                    <a:pt x="1998324" y="569713"/>
                    <a:pt x="2071179" y="677773"/>
                    <a:pt x="2122071" y="798051"/>
                  </a:cubicBezTo>
                  <a:cubicBezTo>
                    <a:pt x="2159268" y="886019"/>
                    <a:pt x="2183462" y="977939"/>
                    <a:pt x="2194473" y="1072454"/>
                  </a:cubicBezTo>
                  <a:lnTo>
                    <a:pt x="2376534" y="1072454"/>
                  </a:lnTo>
                  <a:cubicBezTo>
                    <a:pt x="2331283" y="615356"/>
                    <a:pt x="2027677" y="234220"/>
                    <a:pt x="1613749" y="77138"/>
                  </a:cubicBezTo>
                  <a:cubicBezTo>
                    <a:pt x="1482400" y="27302"/>
                    <a:pt x="1339979" y="0"/>
                    <a:pt x="1191193" y="0"/>
                  </a:cubicBezTo>
                  <a:cubicBezTo>
                    <a:pt x="1042407" y="0"/>
                    <a:pt x="899956" y="27302"/>
                    <a:pt x="768637" y="77138"/>
                  </a:cubicBezTo>
                  <a:cubicBezTo>
                    <a:pt x="319353" y="247615"/>
                    <a:pt x="0" y="682117"/>
                    <a:pt x="0" y="1191193"/>
                  </a:cubicBezTo>
                  <a:cubicBezTo>
                    <a:pt x="0" y="1849055"/>
                    <a:pt x="533301" y="2382386"/>
                    <a:pt x="1191193" y="2382386"/>
                  </a:cubicBezTo>
                  <a:cubicBezTo>
                    <a:pt x="1260910" y="2382386"/>
                    <a:pt x="1329240" y="2376383"/>
                    <a:pt x="1395668" y="2364889"/>
                  </a:cubicBezTo>
                  <a:lnTo>
                    <a:pt x="1395668" y="2180747"/>
                  </a:lnTo>
                  <a:cubicBezTo>
                    <a:pt x="1328908" y="2194413"/>
                    <a:pt x="1260578" y="2201351"/>
                    <a:pt x="1191193" y="220135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  <p:sp>
          <p:nvSpPr>
            <p:cNvPr id="29" name="Elemento Gráfico 21">
              <a:extLst>
                <a:ext uri="{FF2B5EF4-FFF2-40B4-BE49-F238E27FC236}">
                  <a16:creationId xmlns:a16="http://schemas.microsoft.com/office/drawing/2014/main" id="{88DB45DA-52F1-4715-B577-62F3689BDCA8}"/>
                </a:ext>
              </a:extLst>
            </p:cNvPr>
            <p:cNvSpPr/>
            <p:nvPr/>
          </p:nvSpPr>
          <p:spPr>
            <a:xfrm>
              <a:off x="7307720" y="4367886"/>
              <a:ext cx="986718" cy="1292435"/>
            </a:xfrm>
            <a:custGeom>
              <a:avLst/>
              <a:gdLst>
                <a:gd name="connsiteX0" fmla="*/ 986718 w 986718"/>
                <a:gd name="connsiteY0" fmla="*/ 118739 h 1292435"/>
                <a:gd name="connsiteX1" fmla="*/ 980866 w 986718"/>
                <a:gd name="connsiteY1" fmla="*/ 0 h 1292435"/>
                <a:gd name="connsiteX2" fmla="*/ 798805 w 986718"/>
                <a:gd name="connsiteY2" fmla="*/ 0 h 1292435"/>
                <a:gd name="connsiteX3" fmla="*/ 805713 w 986718"/>
                <a:gd name="connsiteY3" fmla="*/ 118739 h 1292435"/>
                <a:gd name="connsiteX4" fmla="*/ 726403 w 986718"/>
                <a:gd name="connsiteY4" fmla="*/ 511882 h 1292435"/>
                <a:gd name="connsiteX5" fmla="*/ 509830 w 986718"/>
                <a:gd name="connsiteY5" fmla="*/ 833045 h 1292435"/>
                <a:gd name="connsiteX6" fmla="*/ 188667 w 986718"/>
                <a:gd name="connsiteY6" fmla="*/ 1049617 h 1292435"/>
                <a:gd name="connsiteX7" fmla="*/ 0 w 986718"/>
                <a:gd name="connsiteY7" fmla="*/ 1108293 h 1292435"/>
                <a:gd name="connsiteX8" fmla="*/ 0 w 986718"/>
                <a:gd name="connsiteY8" fmla="*/ 1292435 h 1292435"/>
                <a:gd name="connsiteX9" fmla="*/ 986718 w 986718"/>
                <a:gd name="connsiteY9" fmla="*/ 118739 h 129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6718" h="1292435">
                  <a:moveTo>
                    <a:pt x="986718" y="118739"/>
                  </a:moveTo>
                  <a:cubicBezTo>
                    <a:pt x="986718" y="78677"/>
                    <a:pt x="984727" y="39067"/>
                    <a:pt x="980866" y="0"/>
                  </a:cubicBezTo>
                  <a:lnTo>
                    <a:pt x="798805" y="0"/>
                  </a:lnTo>
                  <a:cubicBezTo>
                    <a:pt x="803360" y="39157"/>
                    <a:pt x="805713" y="78767"/>
                    <a:pt x="805713" y="118739"/>
                  </a:cubicBezTo>
                  <a:cubicBezTo>
                    <a:pt x="805713" y="255187"/>
                    <a:pt x="779045" y="387471"/>
                    <a:pt x="726403" y="511882"/>
                  </a:cubicBezTo>
                  <a:cubicBezTo>
                    <a:pt x="675540" y="632160"/>
                    <a:pt x="602686" y="740189"/>
                    <a:pt x="509830" y="833045"/>
                  </a:cubicBezTo>
                  <a:cubicBezTo>
                    <a:pt x="417005" y="925870"/>
                    <a:pt x="308945" y="998725"/>
                    <a:pt x="188667" y="1049617"/>
                  </a:cubicBezTo>
                  <a:cubicBezTo>
                    <a:pt x="127518" y="1075471"/>
                    <a:pt x="64498" y="1095049"/>
                    <a:pt x="0" y="1108293"/>
                  </a:cubicBezTo>
                  <a:lnTo>
                    <a:pt x="0" y="1292435"/>
                  </a:lnTo>
                  <a:cubicBezTo>
                    <a:pt x="560451" y="1195447"/>
                    <a:pt x="986718" y="706884"/>
                    <a:pt x="986718" y="118739"/>
                  </a:cubicBezTo>
                  <a:close/>
                </a:path>
              </a:pathLst>
            </a:custGeom>
            <a:solidFill>
              <a:schemeClr val="accent1">
                <a:lumMod val="50000"/>
                <a:lumOff val="50000"/>
              </a:schemeClr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0" name="Elemento gráfico 23">
            <a:extLst>
              <a:ext uri="{FF2B5EF4-FFF2-40B4-BE49-F238E27FC236}">
                <a16:creationId xmlns:a16="http://schemas.microsoft.com/office/drawing/2014/main" id="{C40853A7-FCBE-4866-B403-3823B9EA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875538" y="1880822"/>
            <a:ext cx="1822529" cy="1822574"/>
            <a:chOff x="8595609" y="3295434"/>
            <a:chExt cx="2382326" cy="2382386"/>
          </a:xfrm>
        </p:grpSpPr>
        <p:sp>
          <p:nvSpPr>
            <p:cNvPr id="31" name="Elemento Gráfico 23">
              <a:extLst>
                <a:ext uri="{FF2B5EF4-FFF2-40B4-BE49-F238E27FC236}">
                  <a16:creationId xmlns:a16="http://schemas.microsoft.com/office/drawing/2014/main" id="{55F11AC1-6BB9-4D2B-9BF0-3D1551F78095}"/>
                </a:ext>
              </a:extLst>
            </p:cNvPr>
            <p:cNvSpPr/>
            <p:nvPr/>
          </p:nvSpPr>
          <p:spPr>
            <a:xfrm>
              <a:off x="9991247" y="3313021"/>
              <a:ext cx="986688" cy="2347331"/>
            </a:xfrm>
            <a:custGeom>
              <a:avLst/>
              <a:gdLst>
                <a:gd name="connsiteX0" fmla="*/ 980866 w 986688"/>
                <a:gd name="connsiteY0" fmla="*/ 1054866 h 2347331"/>
                <a:gd name="connsiteX1" fmla="*/ 218081 w 986688"/>
                <a:gd name="connsiteY1" fmla="*/ 59551 h 2347331"/>
                <a:gd name="connsiteX2" fmla="*/ 0 w 986688"/>
                <a:gd name="connsiteY2" fmla="*/ 0 h 2347331"/>
                <a:gd name="connsiteX3" fmla="*/ 0 w 986688"/>
                <a:gd name="connsiteY3" fmla="*/ 184082 h 2347331"/>
                <a:gd name="connsiteX4" fmla="*/ 188667 w 986688"/>
                <a:gd name="connsiteY4" fmla="*/ 242758 h 2347331"/>
                <a:gd name="connsiteX5" fmla="*/ 218081 w 986688"/>
                <a:gd name="connsiteY5" fmla="*/ 255820 h 2347331"/>
                <a:gd name="connsiteX6" fmla="*/ 509830 w 986688"/>
                <a:gd name="connsiteY6" fmla="*/ 459330 h 2347331"/>
                <a:gd name="connsiteX7" fmla="*/ 726403 w 986688"/>
                <a:gd name="connsiteY7" fmla="*/ 780493 h 2347331"/>
                <a:gd name="connsiteX8" fmla="*/ 798805 w 986688"/>
                <a:gd name="connsiteY8" fmla="*/ 1054897 h 2347331"/>
                <a:gd name="connsiteX9" fmla="*/ 805713 w 986688"/>
                <a:gd name="connsiteY9" fmla="*/ 1173636 h 2347331"/>
                <a:gd name="connsiteX10" fmla="*/ 726403 w 986688"/>
                <a:gd name="connsiteY10" fmla="*/ 1566778 h 2347331"/>
                <a:gd name="connsiteX11" fmla="*/ 509830 w 986688"/>
                <a:gd name="connsiteY11" fmla="*/ 1887941 h 2347331"/>
                <a:gd name="connsiteX12" fmla="*/ 188667 w 986688"/>
                <a:gd name="connsiteY12" fmla="*/ 2104514 h 2347331"/>
                <a:gd name="connsiteX13" fmla="*/ 0 w 986688"/>
                <a:gd name="connsiteY13" fmla="*/ 2163190 h 2347331"/>
                <a:gd name="connsiteX14" fmla="*/ 0 w 986688"/>
                <a:gd name="connsiteY14" fmla="*/ 2347332 h 2347331"/>
                <a:gd name="connsiteX15" fmla="*/ 986688 w 986688"/>
                <a:gd name="connsiteY15" fmla="*/ 1173666 h 2347331"/>
                <a:gd name="connsiteX16" fmla="*/ 980866 w 986688"/>
                <a:gd name="connsiteY16" fmla="*/ 1054866 h 234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86688" h="2347331">
                  <a:moveTo>
                    <a:pt x="980866" y="1054866"/>
                  </a:moveTo>
                  <a:cubicBezTo>
                    <a:pt x="935614" y="597769"/>
                    <a:pt x="632009" y="216633"/>
                    <a:pt x="218081" y="59551"/>
                  </a:cubicBezTo>
                  <a:cubicBezTo>
                    <a:pt x="148303" y="33064"/>
                    <a:pt x="75358" y="13032"/>
                    <a:pt x="0" y="0"/>
                  </a:cubicBezTo>
                  <a:lnTo>
                    <a:pt x="0" y="184082"/>
                  </a:lnTo>
                  <a:cubicBezTo>
                    <a:pt x="64498" y="197325"/>
                    <a:pt x="127548" y="216874"/>
                    <a:pt x="188667" y="242758"/>
                  </a:cubicBezTo>
                  <a:cubicBezTo>
                    <a:pt x="198562" y="246951"/>
                    <a:pt x="208337" y="251325"/>
                    <a:pt x="218081" y="255820"/>
                  </a:cubicBezTo>
                  <a:cubicBezTo>
                    <a:pt x="326593" y="305808"/>
                    <a:pt x="424638" y="374137"/>
                    <a:pt x="509830" y="459330"/>
                  </a:cubicBezTo>
                  <a:cubicBezTo>
                    <a:pt x="602656" y="552155"/>
                    <a:pt x="675510" y="660215"/>
                    <a:pt x="726403" y="780493"/>
                  </a:cubicBezTo>
                  <a:cubicBezTo>
                    <a:pt x="763599" y="868461"/>
                    <a:pt x="787794" y="960382"/>
                    <a:pt x="798805" y="1054897"/>
                  </a:cubicBezTo>
                  <a:cubicBezTo>
                    <a:pt x="803360" y="1094054"/>
                    <a:pt x="805713" y="1133664"/>
                    <a:pt x="805713" y="1173636"/>
                  </a:cubicBezTo>
                  <a:cubicBezTo>
                    <a:pt x="805713" y="1310083"/>
                    <a:pt x="779045" y="1442368"/>
                    <a:pt x="726403" y="1566778"/>
                  </a:cubicBezTo>
                  <a:cubicBezTo>
                    <a:pt x="675540" y="1687056"/>
                    <a:pt x="602686" y="1795086"/>
                    <a:pt x="509830" y="1887941"/>
                  </a:cubicBezTo>
                  <a:cubicBezTo>
                    <a:pt x="417005" y="1980767"/>
                    <a:pt x="308945" y="2053621"/>
                    <a:pt x="188667" y="2104514"/>
                  </a:cubicBezTo>
                  <a:cubicBezTo>
                    <a:pt x="127518" y="2130367"/>
                    <a:pt x="64498" y="2149946"/>
                    <a:pt x="0" y="2163190"/>
                  </a:cubicBezTo>
                  <a:lnTo>
                    <a:pt x="0" y="2347332"/>
                  </a:lnTo>
                  <a:cubicBezTo>
                    <a:pt x="560451" y="2250373"/>
                    <a:pt x="986688" y="1761811"/>
                    <a:pt x="986688" y="1173666"/>
                  </a:cubicBezTo>
                  <a:cubicBezTo>
                    <a:pt x="986718" y="1133513"/>
                    <a:pt x="984727" y="1093903"/>
                    <a:pt x="980866" y="105486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  <p:sp>
          <p:nvSpPr>
            <p:cNvPr id="32" name="Elemento gráfico 23">
              <a:extLst>
                <a:ext uri="{FF2B5EF4-FFF2-40B4-BE49-F238E27FC236}">
                  <a16:creationId xmlns:a16="http://schemas.microsoft.com/office/drawing/2014/main" id="{70EACCA0-807F-4040-BB88-BF740957326E}"/>
                </a:ext>
              </a:extLst>
            </p:cNvPr>
            <p:cNvSpPr/>
            <p:nvPr/>
          </p:nvSpPr>
          <p:spPr>
            <a:xfrm>
              <a:off x="8595609" y="3295434"/>
              <a:ext cx="1395668" cy="2382386"/>
            </a:xfrm>
            <a:custGeom>
              <a:avLst/>
              <a:gdLst>
                <a:gd name="connsiteX0" fmla="*/ 1191193 w 1395668"/>
                <a:gd name="connsiteY0" fmla="*/ 2201351 h 2382386"/>
                <a:gd name="connsiteX1" fmla="*/ 798051 w 1395668"/>
                <a:gd name="connsiteY1" fmla="*/ 2122041 h 2382386"/>
                <a:gd name="connsiteX2" fmla="*/ 476888 w 1395668"/>
                <a:gd name="connsiteY2" fmla="*/ 1905469 h 2382386"/>
                <a:gd name="connsiteX3" fmla="*/ 260315 w 1395668"/>
                <a:gd name="connsiteY3" fmla="*/ 1584306 h 2382386"/>
                <a:gd name="connsiteX4" fmla="*/ 181005 w 1395668"/>
                <a:gd name="connsiteY4" fmla="*/ 1191193 h 2382386"/>
                <a:gd name="connsiteX5" fmla="*/ 260315 w 1395668"/>
                <a:gd name="connsiteY5" fmla="*/ 798051 h 2382386"/>
                <a:gd name="connsiteX6" fmla="*/ 476888 w 1395668"/>
                <a:gd name="connsiteY6" fmla="*/ 476888 h 2382386"/>
                <a:gd name="connsiteX7" fmla="*/ 768637 w 1395668"/>
                <a:gd name="connsiteY7" fmla="*/ 273378 h 2382386"/>
                <a:gd name="connsiteX8" fmla="*/ 798051 w 1395668"/>
                <a:gd name="connsiteY8" fmla="*/ 260315 h 2382386"/>
                <a:gd name="connsiteX9" fmla="*/ 1191193 w 1395668"/>
                <a:gd name="connsiteY9" fmla="*/ 181005 h 2382386"/>
                <a:gd name="connsiteX10" fmla="*/ 1395668 w 1395668"/>
                <a:gd name="connsiteY10" fmla="*/ 201639 h 2382386"/>
                <a:gd name="connsiteX11" fmla="*/ 1395668 w 1395668"/>
                <a:gd name="connsiteY11" fmla="*/ 17557 h 2382386"/>
                <a:gd name="connsiteX12" fmla="*/ 1191193 w 1395668"/>
                <a:gd name="connsiteY12" fmla="*/ 0 h 2382386"/>
                <a:gd name="connsiteX13" fmla="*/ 768637 w 1395668"/>
                <a:gd name="connsiteY13" fmla="*/ 77138 h 2382386"/>
                <a:gd name="connsiteX14" fmla="*/ 0 w 1395668"/>
                <a:gd name="connsiteY14" fmla="*/ 1191193 h 2382386"/>
                <a:gd name="connsiteX15" fmla="*/ 1191193 w 1395668"/>
                <a:gd name="connsiteY15" fmla="*/ 2382386 h 2382386"/>
                <a:gd name="connsiteX16" fmla="*/ 1395668 w 1395668"/>
                <a:gd name="connsiteY16" fmla="*/ 2364889 h 2382386"/>
                <a:gd name="connsiteX17" fmla="*/ 1395668 w 1395668"/>
                <a:gd name="connsiteY17" fmla="*/ 2180747 h 2382386"/>
                <a:gd name="connsiteX18" fmla="*/ 1191193 w 1395668"/>
                <a:gd name="connsiteY18" fmla="*/ 2201351 h 238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95668" h="2382386">
                  <a:moveTo>
                    <a:pt x="1191193" y="2201351"/>
                  </a:moveTo>
                  <a:cubicBezTo>
                    <a:pt x="1054746" y="2201351"/>
                    <a:pt x="922461" y="2174683"/>
                    <a:pt x="798051" y="2122041"/>
                  </a:cubicBezTo>
                  <a:cubicBezTo>
                    <a:pt x="677773" y="2071179"/>
                    <a:pt x="569743" y="1998324"/>
                    <a:pt x="476888" y="1905469"/>
                  </a:cubicBezTo>
                  <a:cubicBezTo>
                    <a:pt x="384062" y="1812643"/>
                    <a:pt x="311208" y="1704583"/>
                    <a:pt x="260315" y="1584306"/>
                  </a:cubicBezTo>
                  <a:cubicBezTo>
                    <a:pt x="207703" y="1459925"/>
                    <a:pt x="181005" y="1327641"/>
                    <a:pt x="181005" y="1191193"/>
                  </a:cubicBezTo>
                  <a:cubicBezTo>
                    <a:pt x="181005" y="1054746"/>
                    <a:pt x="207673" y="922461"/>
                    <a:pt x="260315" y="798051"/>
                  </a:cubicBezTo>
                  <a:cubicBezTo>
                    <a:pt x="311178" y="677773"/>
                    <a:pt x="384032" y="569743"/>
                    <a:pt x="476888" y="476888"/>
                  </a:cubicBezTo>
                  <a:cubicBezTo>
                    <a:pt x="562081" y="391695"/>
                    <a:pt x="660125" y="323365"/>
                    <a:pt x="768637" y="273378"/>
                  </a:cubicBezTo>
                  <a:cubicBezTo>
                    <a:pt x="778351" y="268883"/>
                    <a:pt x="788125" y="264508"/>
                    <a:pt x="798051" y="260315"/>
                  </a:cubicBezTo>
                  <a:cubicBezTo>
                    <a:pt x="922461" y="207703"/>
                    <a:pt x="1054716" y="181005"/>
                    <a:pt x="1191193" y="181005"/>
                  </a:cubicBezTo>
                  <a:cubicBezTo>
                    <a:pt x="1260609" y="181005"/>
                    <a:pt x="1328908" y="187943"/>
                    <a:pt x="1395668" y="201639"/>
                  </a:cubicBezTo>
                  <a:lnTo>
                    <a:pt x="1395668" y="17557"/>
                  </a:lnTo>
                  <a:cubicBezTo>
                    <a:pt x="1329209" y="6064"/>
                    <a:pt x="1260910" y="0"/>
                    <a:pt x="1191193" y="0"/>
                  </a:cubicBezTo>
                  <a:cubicBezTo>
                    <a:pt x="1042407" y="0"/>
                    <a:pt x="899956" y="27302"/>
                    <a:pt x="768637" y="77138"/>
                  </a:cubicBezTo>
                  <a:cubicBezTo>
                    <a:pt x="319353" y="247615"/>
                    <a:pt x="0" y="682117"/>
                    <a:pt x="0" y="1191193"/>
                  </a:cubicBezTo>
                  <a:cubicBezTo>
                    <a:pt x="0" y="1849055"/>
                    <a:pt x="533301" y="2382386"/>
                    <a:pt x="1191193" y="2382386"/>
                  </a:cubicBezTo>
                  <a:cubicBezTo>
                    <a:pt x="1260910" y="2382386"/>
                    <a:pt x="1329240" y="2376383"/>
                    <a:pt x="1395668" y="2364889"/>
                  </a:cubicBezTo>
                  <a:lnTo>
                    <a:pt x="1395668" y="2180747"/>
                  </a:lnTo>
                  <a:cubicBezTo>
                    <a:pt x="1328908" y="2194413"/>
                    <a:pt x="1260578" y="2201351"/>
                    <a:pt x="1191193" y="2201351"/>
                  </a:cubicBezTo>
                  <a:close/>
                </a:path>
              </a:pathLst>
            </a:custGeom>
            <a:solidFill>
              <a:schemeClr val="accent3"/>
            </a:solidFill>
            <a:ln w="301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1683180"/>
      </p:ext>
    </p:extLst>
  </p:cSld>
  <p:clrMapOvr>
    <a:masterClrMapping/>
  </p:clrMapOvr>
</p:sld>
</file>

<file path=ppt/slides/slide19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8A6AD16E-8FB5-4AC7-941E-313FBED6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441" y="1259911"/>
            <a:ext cx="5124189" cy="4923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Resumo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A3F3E4C8-A3E9-4D1E-AAF8-A6C4EF21F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241338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Na </a:t>
            </a:r>
            <a:r>
              <a:rPr lang="pt-BR" dirty="0" err="1"/>
              <a:t>Contoso</a:t>
            </a:r>
            <a:r>
              <a:rPr lang="pt-BR" dirty="0"/>
              <a:t>, acreditamos em dar 110% Usando nossa arquitetura de dados de última geração, ajudamos as organizações a gerenciar virtualmente fluxos de trabalho ágeis. Nós prosperamos devido ao nosso conhecimento de mercado e a grande equipe por trás do nosso produto. Como diz nosso CEO, "As eficiências virão da transformação proativa da forma de como fazemos negócios".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A2EB208E-E68C-4B43-8AD1-6B9A7F5F5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312822BD-8CF7-4472-A607-0DD012817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A145A6-660C-42A7-85AF-AF42E3C0A892}" type="slidenum">
              <a:rPr lang="pt-BR" smtClean="0"/>
              <a:pPr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6034355"/>
      </p:ext>
    </p:extLst>
  </p:cSld>
  <p:clrMapOvr>
    <a:masterClrMapping/>
  </p:clrMapOvr>
</p:sld>
</file>

<file path=ppt/slides/slide20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 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6852" y="3531676"/>
            <a:ext cx="4989628" cy="1756576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 err="1"/>
              <a:t>Mirjam</a:t>
            </a:r>
            <a:r>
              <a:rPr lang="pt-BR" dirty="0"/>
              <a:t> </a:t>
            </a:r>
            <a:r>
              <a:rPr lang="pt-BR" dirty="0" err="1"/>
              <a:t>Nilsson</a:t>
            </a:r>
            <a:r>
              <a:rPr lang="pt-BR" dirty="0"/>
              <a:t>​​</a:t>
            </a:r>
          </a:p>
          <a:p>
            <a:pPr rtl="0"/>
            <a:r>
              <a:rPr lang="pt-BR" dirty="0"/>
              <a:t>206-555-0146​</a:t>
            </a:r>
          </a:p>
          <a:p>
            <a:pPr rtl="0"/>
            <a:r>
              <a:rPr lang="pt-BR" dirty="0"/>
              <a:t>mirjam@contoso.com​</a:t>
            </a:r>
          </a:p>
          <a:p>
            <a:pPr rtl="0"/>
            <a:r>
              <a:rPr lang="pt-BR" dirty="0"/>
              <a:t>www.contoso.com​</a:t>
            </a:r>
          </a:p>
        </p:txBody>
      </p:sp>
      <p:sp>
        <p:nvSpPr>
          <p:cNvPr id="21" name="Espaço Reservado para Rodapé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22" name="Espaço Reservado para o Número do Slide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8D1FC6F8-0BCD-47E9-9C64-690771D9C143}" type="slidenum">
              <a:rPr lang="pt-BR" smtClean="0"/>
              <a:pPr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2.xml><?xml version="1.0" encoding="utf-8"?>
<a:theme xmlns:a="http://schemas.openxmlformats.org/drawingml/2006/main" name="Tema do Offic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3.xml><?xml version="1.0" encoding="utf-8"?>
<ds:datastoreItem xmlns:ds="http://schemas.openxmlformats.org/officeDocument/2006/customXml" ds:itemID="{08D07AFA-56ED-494E-AC96-7D874BD7F8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2.xml><?xml version="1.0" encoding="utf-8"?>
<ds:datastoreItem xmlns:ds="http://schemas.openxmlformats.org/officeDocument/2006/customXml" ds:itemID="{B3089DF1-5746-46EC-AE4D-E0FEEFA364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1.xml><?xml version="1.0" encoding="utf-8"?>
<ds:datastoreItem xmlns:ds="http://schemas.openxmlformats.org/officeDocument/2006/customXml" ds:itemID="{4C3B034D-ACEF-4C52-A048-622E130B9A2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Template>TM56488565</ap:Template>
  <ap:Words>1007</ap:Words>
  <ap:PresentationFormat>Widescreen</ap:PresentationFormat>
  <ap:Paragraphs>299</ap:Paragraphs>
  <ap:Slides>20</ap:Slides>
  <ap:Notes>20</ap:Notes>
  <ap:HiddenSlides>0</ap:HiddenSlides>
  <ap:MMClips>0</ap:MMClips>
  <ap:ScaleCrop>false</ap:ScaleCrop>
  <ap:HeadingPairs>
    <vt:vector baseType="variant" size="6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ap:HeadingPairs>
  <ap:TitlesOfParts>
    <vt:vector baseType="lpstr" size="26">
      <vt:lpstr>Arial</vt:lpstr>
      <vt:lpstr>Calibri</vt:lpstr>
      <vt:lpstr>Calibri Light</vt:lpstr>
      <vt:lpstr>Century Gothic</vt:lpstr>
      <vt:lpstr>Courier New</vt:lpstr>
      <vt:lpstr>Tema do Office</vt:lpstr>
      <vt:lpstr>Pitch Deck</vt:lpstr>
      <vt:lpstr>Sobre Nós</vt:lpstr>
      <vt:lpstr>Problema</vt:lpstr>
      <vt:lpstr>Solução</vt:lpstr>
      <vt:lpstr>Visão Geral do Produto</vt:lpstr>
      <vt:lpstr>Benefícios do Produto</vt:lpstr>
      <vt:lpstr>Visão Geral da Empresa</vt:lpstr>
      <vt:lpstr>Modelo de Negócios</vt:lpstr>
      <vt:lpstr>Visão geral da oportunidade de mercado</vt:lpstr>
      <vt:lpstr>Comparação de oportunidades de mercado </vt:lpstr>
      <vt:lpstr>Nossa concorrência</vt:lpstr>
      <vt:lpstr>Nosso gráfico da concorrência </vt:lpstr>
      <vt:lpstr>Estratégia de crescimento</vt:lpstr>
      <vt:lpstr>Plano de ação de dois anos</vt:lpstr>
      <vt:lpstr>financeiro</vt:lpstr>
      <vt:lpstr>Nossa equipe</vt:lpstr>
      <vt:lpstr>Nossa equipe </vt:lpstr>
      <vt:lpstr>Financiamento</vt:lpstr>
      <vt:lpstr>Resumo</vt:lpstr>
      <vt:lpstr>Obrigado 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2021-05-30T19:37:17Z</dcterms:created>
  <dcterms:modified xsi:type="dcterms:W3CDTF">2022-06-29T00:50:44Z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