
<file path=[Content_Types].xml><?xml version="1.0" encoding="utf-8"?>
<Types xmlns="http://schemas.openxmlformats.org/package/2006/content-types">
  <Default Extension="xml" ContentType="application/vnd.openxmlformats-officedocument.extended-properties+xml"/>
  <Default Extension="rels" ContentType="application/vnd.openxmlformats-package.relationships+xml"/>
  <Default Extension="jpg" ContentType="image/jpeg"/>
  <Default Extension="svg" ContentType="image/svg+xml"/>
  <Default Extension="png" ContentType="image/png"/>
  <Override PartName="/docProps/core.xml" ContentType="application/vnd.openxmlformats-package.core-properties+xml"/>
  <Override PartName="/ppt/presentation.xml" ContentType="application/vnd.openxmlformats-officedocument.presentationml.presentation.main+xml"/>
  <Override PartName="/ppt/slides/slide41.xml" ContentType="application/vnd.openxmlformats-officedocument.presentationml.slide+xml"/>
  <Override PartName="/ppt/notesSlides/notesSlide41.xml" ContentType="application/vnd.openxmlformats-officedocument.presentationml.notesSlide+xml"/>
  <Override PartName="/ppt/notesMasters/notesMaster11.xml" ContentType="application/vnd.openxmlformats-officedocument.presentationml.notesMaster+xml"/>
  <Override PartName="/ppt/theme/theme21.xml" ContentType="application/vnd.openxmlformats-officedocument.theme+xml"/>
  <Override PartName="/ppt/slideLayouts/slideLayout51.xml" ContentType="application/vnd.openxmlformats-officedocument.presentationml.slideLayout+xml"/>
  <Override PartName="/ppt/slideMasters/slideMaster11.xml" ContentType="application/vnd.openxmlformats-officedocument.presentationml.slideMaster+xml"/>
  <Override PartName="/ppt/slideLayouts/slideLayout82.xml" ContentType="application/vnd.openxmlformats-officedocument.presentationml.slideLayout+xml"/>
  <Override PartName="/ppt/slideLayouts/slideLayout133.xml" ContentType="application/vnd.openxmlformats-officedocument.presentationml.slideLayout+xml"/>
  <Override PartName="/ppt/slideLayouts/slideLayout34.xml" ContentType="application/vnd.openxmlformats-officedocument.presentationml.slideLayout+xml"/>
  <Override PartName="/ppt/slideLayouts/slideLayout75.xml" ContentType="application/vnd.openxmlformats-officedocument.presentationml.slideLayout+xml"/>
  <Override PartName="/ppt/slideLayouts/slideLayout126.xml" ContentType="application/vnd.openxmlformats-officedocument.presentationml.slideLayout+xml"/>
  <Override PartName="/ppt/slideLayouts/slideLayout27.xml" ContentType="application/vnd.openxmlformats-officedocument.presentationml.slideLayout+xml"/>
  <Override PartName="/ppt/slideLayouts/slideLayout18.xml" ContentType="application/vnd.openxmlformats-officedocument.presentationml.slideLayout+xml"/>
  <Override PartName="/ppt/slideLayouts/slideLayout69.xml" ContentType="application/vnd.openxmlformats-officedocument.presentationml.slideLayout+xml"/>
  <Override PartName="/ppt/slideLayouts/slideLayout1110.xml" ContentType="application/vnd.openxmlformats-officedocument.presentationml.slideLayout+xml"/>
  <Override PartName="/ppt/slideLayouts/slideLayout1011.xml" ContentType="application/vnd.openxmlformats-officedocument.presentationml.slideLayout+xml"/>
  <Override PartName="/ppt/slideLayouts/slideLayout412.xml" ContentType="application/vnd.openxmlformats-officedocument.presentationml.slideLayout+xml"/>
  <Override PartName="/ppt/slideLayouts/slideLayout913.xml" ContentType="application/vnd.openxmlformats-officedocument.presentationml.slideLayout+xml"/>
  <Override PartName="/ppt/theme/theme12.xml" ContentType="application/vnd.openxmlformats-officedocument.theme+xml"/>
  <Override PartName="/ppt/slides/slide92.xml" ContentType="application/vnd.openxmlformats-officedocument.presentationml.slide+xml"/>
  <Override PartName="/ppt/diagrams/data41.xml" ContentType="application/vnd.openxmlformats-officedocument.drawingml.diagramData+xml"/>
  <Override PartName="/ppt/diagrams/drawing4.xml" ContentType="application/vnd.ms-office.drawingml.diagramDrawing+xml"/>
  <Override PartName="/ppt/notesSlides/notesSlide92.xml" ContentType="application/vnd.openxmlformats-officedocument.presentationml.notesSlide+xml"/>
  <Override PartName="/ppt/diagrams/colors41.xml" ContentType="application/vnd.openxmlformats-officedocument.drawingml.diagramColors+xml"/>
  <Override PartName="/ppt/diagrams/quickStyle41.xml" ContentType="application/vnd.openxmlformats-officedocument.drawingml.diagramStyle+xml"/>
  <Override PartName="/ppt/diagrams/layout41.xml" ContentType="application/vnd.openxmlformats-officedocument.drawingml.diagramLayout+xml"/>
  <Override PartName="/ppt/commentAuthors.xml" ContentType="application/vnd.openxmlformats-officedocument.presentationml.commentAuthors+xml"/>
  <Override PartName="/customXml/item3.xml" ContentType="application/xml"/>
  <Override PartName="/customXml/itemProps31.xml" ContentType="application/vnd.openxmlformats-officedocument.customXmlProperties+xml"/>
  <Override PartName="/ppt/slides/slide33.xml" ContentType="application/vnd.openxmlformats-officedocument.presentationml.slide+xml"/>
  <Override PartName="/ppt/notesSlides/notesSlide3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handoutMasters/handoutMaster11.xml" ContentType="application/vnd.openxmlformats-officedocument.presentationml.handoutMaster+xml"/>
  <Override PartName="/ppt/theme/theme33.xml" ContentType="application/vnd.openxmlformats-officedocument.theme+xml"/>
  <Override PartName="/customXml/item22.xml" ContentType="application/xml"/>
  <Override PartName="/customXml/itemProps22.xml" ContentType="application/vnd.openxmlformats-officedocument.customXmlProperties+xml"/>
  <Override PartName="/ppt/viewProps.xml" ContentType="application/vnd.openxmlformats-officedocument.presentationml.viewProps+xml"/>
  <Override PartName="/customXml/item13.xml" ContentType="application/xml"/>
  <Override PartName="/customXml/itemProps13.xml" ContentType="application/vnd.openxmlformats-officedocument.customXmlProperties+xml"/>
  <Override PartName="/ppt/slides/slide25.xml" ContentType="application/vnd.openxmlformats-officedocument.presentationml.slide+xml"/>
  <Override PartName="/ppt/diagrams/drawing12.xml" ContentType="application/vnd.ms-office.drawingml.diagramDrawing+xml"/>
  <Override PartName="/ppt/diagrams/colors12.xml" ContentType="application/vnd.openxmlformats-officedocument.drawingml.diagramColors+xml"/>
  <Override PartName="/ppt/notesSlides/notesSlide25.xml" ContentType="application/vnd.openxmlformats-officedocument.presentationml.notesSlide+xml"/>
  <Override PartName="/ppt/diagrams/quickStyle12.xml" ContentType="application/vnd.openxmlformats-officedocument.drawingml.diagramStyle+xml"/>
  <Override PartName="/ppt/diagrams/layout12.xml" ContentType="application/vnd.openxmlformats-officedocument.drawingml.diagramLayout+xml"/>
  <Override PartName="/ppt/diagrams/data12.xml" ContentType="application/vnd.openxmlformats-officedocument.drawingml.diagramData+xml"/>
  <Override PartName="/ppt/slides/slide76.xml" ContentType="application/vnd.openxmlformats-officedocument.presentationml.slide+xml"/>
  <Override PartName="/ppt/notesSlides/notesSlide7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69.xml" ContentType="application/vnd.openxmlformats-officedocument.presentationml.slide+xml"/>
  <Override PartName="/ppt/diagrams/data33.xml" ContentType="application/vnd.openxmlformats-officedocument.drawingml.diagramData+xml"/>
  <Override PartName="/ppt/diagrams/drawing33.xml" ContentType="application/vnd.ms-office.drawingml.diagramDrawing+xml"/>
  <Override PartName="/ppt/notesSlides/notesSlide69.xml" ContentType="application/vnd.openxmlformats-officedocument.presentationml.notesSlide+xml"/>
  <Override PartName="/ppt/diagrams/colors33.xml" ContentType="application/vnd.openxmlformats-officedocument.drawingml.diagramColors+xml"/>
  <Override PartName="/ppt/diagrams/quickStyle33.xml" ContentType="application/vnd.openxmlformats-officedocument.drawingml.diagramStyle+xml"/>
  <Override PartName="/ppt/diagrams/layout33.xml" ContentType="application/vnd.openxmlformats-officedocument.drawingml.diagramLayout+xml"/>
  <Override PartName="/ppt/presProps.xml" ContentType="application/vnd.openxmlformats-officedocument.presentationml.presProps+xml"/>
  <Override PartName="/ppt/slides/slide510.xml" ContentType="application/vnd.openxmlformats-officedocument.presentationml.slide+xml"/>
  <Override PartName="/ppt/diagrams/drawing24.xml" ContentType="application/vnd.ms-office.drawingml.diagramDrawing+xml"/>
  <Override PartName="/ppt/diagrams/colors24.xml" ContentType="application/vnd.openxmlformats-officedocument.drawingml.diagramColors+xml"/>
  <Override PartName="/ppt/notesSlides/notesSlide510.xml" ContentType="application/vnd.openxmlformats-officedocument.presentationml.notesSlide+xml"/>
  <Override PartName="/ppt/diagrams/quickStyle24.xml" ContentType="application/vnd.openxmlformats-officedocument.drawingml.diagramStyle+xml"/>
  <Override PartName="/ppt/diagrams/layout24.xml" ContentType="application/vnd.openxmlformats-officedocument.drawingml.diagramLayout+xml"/>
  <Override PartName="/ppt/diagrams/data24.xml" ContentType="application/vnd.openxmlformats-officedocument.drawingml.diagramData+xml"/>
  <Override PartName="/ppt/slides/slide1011.xml" ContentType="application/vnd.openxmlformats-officedocument.presentationml.slide+xml"/>
  <Override PartName="/ppt/diagrams/drawing55.xml" ContentType="application/vnd.ms-office.drawingml.diagramDrawing+xml"/>
  <Override PartName="/ppt/diagrams/colors55.xml" ContentType="application/vnd.openxmlformats-officedocument.drawingml.diagramColors+xml"/>
  <Override PartName="/ppt/notesSlides/notesSlide1011.xml" ContentType="application/vnd.openxmlformats-officedocument.presentationml.notesSlide+xml"/>
  <Override PartName="/ppt/diagrams/quickStyle55.xml" ContentType="application/vnd.openxmlformats-officedocument.drawingml.diagramStyle+xml"/>
  <Override PartName="/ppt/diagrams/layout55.xml" ContentType="application/vnd.openxmlformats-officedocument.drawingml.diagramLayout+xml"/>
  <Override PartName="/ppt/diagrams/data55.xml" ContentType="application/vnd.openxmlformats-officedocument.drawingml.diagramData+xml"/>
  <Override PartName="/ppt/tableStyles.xml" ContentType="application/vnd.openxmlformats-officedocument.presentationml.tableStyl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openxmlformats.org/officeDocument/2006/relationships/custom-properties" Target="/docProps/custom.xml" Id="rId4"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725" r:id="rId4"/>
  </p:sldMasterIdLst>
  <p:notesMasterIdLst>
    <p:notesMasterId r:id="rId16"/>
  </p:notesMasterIdLst>
  <p:handoutMasterIdLst>
    <p:handoutMasterId r:id="rId17"/>
  </p:handoutMasterIdLst>
  <p:sldIdLst>
    <p:sldId id="256" r:id="rId5"/>
    <p:sldId id="298" r:id="rId6"/>
    <p:sldId id="261" r:id="rId7"/>
    <p:sldId id="299" r:id="rId8"/>
    <p:sldId id="302" r:id="rId9"/>
    <p:sldId id="305" r:id="rId10"/>
    <p:sldId id="296" r:id="rId11"/>
    <p:sldId id="297" r:id="rId12"/>
    <p:sldId id="303" r:id="rId13"/>
    <p:sldId id="304" r:id="rId14"/>
    <p:sldId id="292" r:id="rId15"/>
  </p:sldIdLst>
  <p:sldSz cx="12192000" cy="6858000"/>
  <p:notesSz cx="6858000" cy="9144000"/>
  <p:defaultTextStyle>
    <a:defPPr rtl="0">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49" autoAdjust="0"/>
  </p:normalViewPr>
  <p:slideViewPr>
    <p:cSldViewPr snapToGrid="0" showGuides="1">
      <p:cViewPr varScale="1">
        <p:scale>
          <a:sx n="122" d="100"/>
          <a:sy n="122" d="100"/>
        </p:scale>
        <p:origin x="150" y="11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97" d="100"/>
          <a:sy n="97" d="100"/>
        </p:scale>
        <p:origin x="2868" y="72"/>
      </p:cViewPr>
      <p:guideLst>
        <p:guide orient="horz" pos="2880"/>
        <p:guide pos="2160"/>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41.xml" Id="rId8" /><Relationship Type="http://schemas.openxmlformats.org/officeDocument/2006/relationships/slide" Target="/ppt/slides/slide92.xml" Id="rId13" /><Relationship Type="http://schemas.openxmlformats.org/officeDocument/2006/relationships/commentAuthors" Target="/ppt/commentAuthors.xml" Id="rId18" /><Relationship Type="http://schemas.openxmlformats.org/officeDocument/2006/relationships/customXml" Target="/customXml/item3.xml" Id="rId3" /><Relationship Type="http://schemas.openxmlformats.org/officeDocument/2006/relationships/theme" Target="/ppt/theme/theme12.xml" Id="rId21" /><Relationship Type="http://schemas.openxmlformats.org/officeDocument/2006/relationships/slide" Target="/ppt/slides/slide33.xml" Id="rId7" /><Relationship Type="http://schemas.openxmlformats.org/officeDocument/2006/relationships/slide" Target="/ppt/slides/slide84.xml" Id="rId12" /><Relationship Type="http://schemas.openxmlformats.org/officeDocument/2006/relationships/handoutMaster" Target="/ppt/handoutMasters/handoutMaster11.xml" Id="rId17" /><Relationship Type="http://schemas.openxmlformats.org/officeDocument/2006/relationships/customXml" Target="/customXml/item22.xml" Id="rId2" /><Relationship Type="http://schemas.openxmlformats.org/officeDocument/2006/relationships/notesMaster" Target="/ppt/notesMasters/notesMaster11.xml" Id="rId16" /><Relationship Type="http://schemas.openxmlformats.org/officeDocument/2006/relationships/viewProps" Target="/ppt/viewProps.xml" Id="rId20" /><Relationship Type="http://schemas.openxmlformats.org/officeDocument/2006/relationships/customXml" Target="/customXml/item13.xml" Id="rId1" /><Relationship Type="http://schemas.openxmlformats.org/officeDocument/2006/relationships/slide" Target="/ppt/slides/slide25.xml" Id="rId6" /><Relationship Type="http://schemas.openxmlformats.org/officeDocument/2006/relationships/slide" Target="/ppt/slides/slide76.xml" Id="rId11" /><Relationship Type="http://schemas.openxmlformats.org/officeDocument/2006/relationships/slide" Target="/ppt/slides/slide17.xml" Id="rId5" /><Relationship Type="http://schemas.openxmlformats.org/officeDocument/2006/relationships/slide" Target="/ppt/slides/slide118.xml" Id="rId15" /><Relationship Type="http://schemas.openxmlformats.org/officeDocument/2006/relationships/slide" Target="/ppt/slides/slide69.xml" Id="rId10" /><Relationship Type="http://schemas.openxmlformats.org/officeDocument/2006/relationships/presProps" Target="/ppt/presProps.xml" Id="rId19" /><Relationship Type="http://schemas.openxmlformats.org/officeDocument/2006/relationships/slideMaster" Target="/ppt/slideMasters/slideMaster11.xml" Id="rId4" /><Relationship Type="http://schemas.openxmlformats.org/officeDocument/2006/relationships/slide" Target="/ppt/slides/slide510.xml" Id="rId9" /><Relationship Type="http://schemas.openxmlformats.org/officeDocument/2006/relationships/slide" Target="/ppt/slides/slide1011.xml" Id="rId14" /><Relationship Type="http://schemas.openxmlformats.org/officeDocument/2006/relationships/tableStyles" Target="/ppt/tableStyles.xml" Id="rId22" /></Relationships>
</file>

<file path=ppt/diagrams/_rels/data12.xml.rels>&#65279;<?xml version="1.0" encoding="utf-8"?><Relationships xmlns="http://schemas.openxmlformats.org/package/2006/relationships"><Relationship Type="http://schemas.openxmlformats.org/officeDocument/2006/relationships/image" Target="/ppt/media/image10.svg" Id="rId8" /><Relationship Type="http://schemas.openxmlformats.org/officeDocument/2006/relationships/image" Target="/ppt/media/image5.png" Id="rId3" /><Relationship Type="http://schemas.openxmlformats.org/officeDocument/2006/relationships/image" Target="/ppt/media/image92.png" Id="rId7" /><Relationship Type="http://schemas.openxmlformats.org/officeDocument/2006/relationships/image" Target="/ppt/media/image42.svg" Id="rId2" /><Relationship Type="http://schemas.openxmlformats.org/officeDocument/2006/relationships/image" Target="/ppt/media/image33.png" Id="rId1" /><Relationship Type="http://schemas.openxmlformats.org/officeDocument/2006/relationships/image" Target="/ppt/media/image83.svg" Id="rId6" /><Relationship Type="http://schemas.openxmlformats.org/officeDocument/2006/relationships/image" Target="/ppt/media/image74.png" Id="rId5" /><Relationship Type="http://schemas.openxmlformats.org/officeDocument/2006/relationships/image" Target="/ppt/media/image124.svg" Id="rId10" /><Relationship Type="http://schemas.openxmlformats.org/officeDocument/2006/relationships/image" Target="/ppt/media/image65.svg" Id="rId4" /><Relationship Type="http://schemas.openxmlformats.org/officeDocument/2006/relationships/image" Target="/ppt/media/image115.png" Id="rId9" /></Relationships>
</file>

<file path=ppt/diagrams/_rels/data24.xml.rels>&#65279;<?xml version="1.0" encoding="utf-8"?><Relationships xmlns="http://schemas.openxmlformats.org/package/2006/relationships"><Relationship Type="http://schemas.openxmlformats.org/officeDocument/2006/relationships/image" Target="/ppt/media/image199.png" Id="rId3" /><Relationship Type="http://schemas.openxmlformats.org/officeDocument/2006/relationships/image" Target="/ppt/media/image189.svg" Id="rId2" /><Relationship Type="http://schemas.openxmlformats.org/officeDocument/2006/relationships/image" Target="/ppt/media/image1710.png" Id="rId1" /><Relationship Type="http://schemas.openxmlformats.org/officeDocument/2006/relationships/image" Target="/ppt/media/image2210.svg" Id="rId6" /><Relationship Type="http://schemas.openxmlformats.org/officeDocument/2006/relationships/image" Target="/ppt/media/image2111.png" Id="rId5" /><Relationship Type="http://schemas.openxmlformats.org/officeDocument/2006/relationships/image" Target="/ppt/media/image2011.svg" Id="rId4" /></Relationships>
</file>

<file path=ppt/diagrams/_rels/data33.xml.rels>&#65279;<?xml version="1.0" encoding="utf-8"?><Relationships xmlns="http://schemas.openxmlformats.org/package/2006/relationships"><Relationship Type="http://schemas.openxmlformats.org/officeDocument/2006/relationships/image" Target="/ppt/media/image256.png" Id="rId3" /><Relationship Type="http://schemas.openxmlformats.org/officeDocument/2006/relationships/image" Target="/ppt/media/image246.svg" Id="rId2" /><Relationship Type="http://schemas.openxmlformats.org/officeDocument/2006/relationships/image" Target="/ppt/media/image237.png" Id="rId1" /><Relationship Type="http://schemas.openxmlformats.org/officeDocument/2006/relationships/image" Target="/ppt/media/image287.svg" Id="rId6" /><Relationship Type="http://schemas.openxmlformats.org/officeDocument/2006/relationships/image" Target="/ppt/media/image278.png" Id="rId5" /><Relationship Type="http://schemas.openxmlformats.org/officeDocument/2006/relationships/image" Target="/ppt/media/image268.svg" Id="rId4" /></Relationships>
</file>

<file path=ppt/diagrams/_rels/drawing12.xml.rels>&#65279;<?xml version="1.0" encoding="utf-8"?><Relationships xmlns="http://schemas.openxmlformats.org/package/2006/relationships"><Relationship Type="http://schemas.openxmlformats.org/officeDocument/2006/relationships/image" Target="/ppt/media/image10.svg" Id="rId8" /><Relationship Type="http://schemas.openxmlformats.org/officeDocument/2006/relationships/image" Target="/ppt/media/image5.png" Id="rId3" /><Relationship Type="http://schemas.openxmlformats.org/officeDocument/2006/relationships/image" Target="/ppt/media/image92.png" Id="rId7" /><Relationship Type="http://schemas.openxmlformats.org/officeDocument/2006/relationships/image" Target="/ppt/media/image42.svg" Id="rId2" /><Relationship Type="http://schemas.openxmlformats.org/officeDocument/2006/relationships/image" Target="/ppt/media/image33.png" Id="rId1" /><Relationship Type="http://schemas.openxmlformats.org/officeDocument/2006/relationships/image" Target="/ppt/media/image83.svg" Id="rId6" /><Relationship Type="http://schemas.openxmlformats.org/officeDocument/2006/relationships/image" Target="/ppt/media/image74.png" Id="rId5" /><Relationship Type="http://schemas.openxmlformats.org/officeDocument/2006/relationships/image" Target="/ppt/media/image124.svg" Id="rId10" /><Relationship Type="http://schemas.openxmlformats.org/officeDocument/2006/relationships/image" Target="/ppt/media/image65.svg" Id="rId4" /><Relationship Type="http://schemas.openxmlformats.org/officeDocument/2006/relationships/image" Target="/ppt/media/image115.png" Id="rId9" /></Relationships>
</file>

<file path=ppt/diagrams/_rels/drawing24.xml.rels>&#65279;<?xml version="1.0" encoding="utf-8"?><Relationships xmlns="http://schemas.openxmlformats.org/package/2006/relationships"><Relationship Type="http://schemas.openxmlformats.org/officeDocument/2006/relationships/image" Target="/ppt/media/image199.png" Id="rId3" /><Relationship Type="http://schemas.openxmlformats.org/officeDocument/2006/relationships/image" Target="/ppt/media/image189.svg" Id="rId2" /><Relationship Type="http://schemas.openxmlformats.org/officeDocument/2006/relationships/image" Target="/ppt/media/image1710.png" Id="rId1" /><Relationship Type="http://schemas.openxmlformats.org/officeDocument/2006/relationships/image" Target="/ppt/media/image2210.svg" Id="rId6" /><Relationship Type="http://schemas.openxmlformats.org/officeDocument/2006/relationships/image" Target="/ppt/media/image2111.png" Id="rId5" /><Relationship Type="http://schemas.openxmlformats.org/officeDocument/2006/relationships/image" Target="/ppt/media/image2011.svg" Id="rId4" /></Relationships>
</file>

<file path=ppt/diagrams/_rels/drawing33.xml.rels>&#65279;<?xml version="1.0" encoding="utf-8"?><Relationships xmlns="http://schemas.openxmlformats.org/package/2006/relationships"><Relationship Type="http://schemas.openxmlformats.org/officeDocument/2006/relationships/image" Target="/ppt/media/image256.png" Id="rId3" /><Relationship Type="http://schemas.openxmlformats.org/officeDocument/2006/relationships/image" Target="/ppt/media/image246.svg" Id="rId2" /><Relationship Type="http://schemas.openxmlformats.org/officeDocument/2006/relationships/image" Target="/ppt/media/image237.png" Id="rId1" /><Relationship Type="http://schemas.openxmlformats.org/officeDocument/2006/relationships/image" Target="/ppt/media/image287.svg" Id="rId6" /><Relationship Type="http://schemas.openxmlformats.org/officeDocument/2006/relationships/image" Target="/ppt/media/image278.png" Id="rId5" /><Relationship Type="http://schemas.openxmlformats.org/officeDocument/2006/relationships/image" Target="/ppt/media/image268.svg" Id="rId4" /></Relationships>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2.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9" loCatId="icon" qsTypeId="urn:microsoft.com/office/officeart/2005/8/quickstyle/simple1" qsCatId="simple" csTypeId="urn:microsoft.com/office/officeart/2005/8/colors/accent2_2" csCatId="accent2" phldr="1"/>
      <dgm:spPr/>
      <dgm:t>
        <a:bodyPr rtlCol="0"/>
        <a:lstStyle>
          <a:defPPr>
            <a:defRPr lang="pt-BR"/>
          </a:defPPr>
        </a:lstStyle>
        <a:p>
          <a:pPr rtl="0"/>
          <a:endParaRPr lang="pt-BR"/>
        </a:p>
      </dgm:t>
    </dgm:pt>
    <dgm:pt modelId="{2EE95FC5-CD6B-4A50-9262-DC414E16C3EA}">
      <dgm:prSet/>
      <dgm:spPr/>
      <dgm:t>
        <a:bodyPr rtlCol="0"/>
        <a:lstStyle>
          <a:defPPr>
            <a:defRPr lang="pt-BR"/>
          </a:defPPr>
        </a:lstStyle>
        <a:p>
          <a:pPr rtl="0"/>
          <a:r>
            <a:rPr lang="pt-BR">
              <a:solidFill>
                <a:schemeClr val="accent1">
                  <a:lumMod val="50000"/>
                </a:schemeClr>
              </a:solidFill>
            </a:rPr>
            <a:t>Lição 1.</a:t>
          </a:r>
          <a:r>
            <a:rPr lang="pt-BR"/>
            <a:t> </a:t>
          </a:r>
          <a:r>
            <a:rPr lang="pt-BR">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pt-BR"/>
          </a:defPPr>
        </a:lstStyle>
        <a:p>
          <a:pPr rtl="0"/>
          <a:endParaRPr lang="pt-BR"/>
        </a:p>
      </dgm:t>
    </dgm:pt>
    <dgm:pt modelId="{C99EBBB1-E916-471C-83C9-ABE85B42AC26}" type="sibTrans" cxnId="{B3F19EC2-A372-4EC3-BFE0-C62FFDFE3DF6}">
      <dgm:prSet/>
      <dgm:spPr/>
      <dgm:t>
        <a:bodyPr rtlCol="0"/>
        <a:lstStyle>
          <a:defPPr>
            <a:defRPr lang="pt-BR"/>
          </a:defPPr>
        </a:lstStyle>
        <a:p>
          <a:pPr rtl="0"/>
          <a:endParaRPr lang="pt-BR"/>
        </a:p>
      </dgm:t>
    </dgm:pt>
    <dgm:pt modelId="{F05611F0-8256-4954-B6CB-ED6B4F2DD397}">
      <dgm:prSet/>
      <dgm:spPr/>
      <dgm:t>
        <a:bodyPr rtlCol="0"/>
        <a:lstStyle>
          <a:defPPr>
            <a:defRPr lang="pt-BR"/>
          </a:defPPr>
        </a:lstStyle>
        <a:p>
          <a:pPr rtl="0"/>
          <a:r>
            <a:rPr lang="pt-BR">
              <a:solidFill>
                <a:schemeClr val="accent1">
                  <a:lumMod val="50000"/>
                </a:schemeClr>
              </a:solidFill>
            </a:rPr>
            <a:t>Lição 2.</a:t>
          </a:r>
          <a:r>
            <a:rPr lang="pt-BR"/>
            <a:t> </a:t>
          </a:r>
          <a:r>
            <a:rPr lang="pt-BR" b="0" i="0">
              <a:solidFill>
                <a:schemeClr val="tx1">
                  <a:alpha val="60000"/>
                </a:schemeClr>
              </a:solidFill>
            </a:rPr>
            <a:t>Sed ut perspiciatis unde</a:t>
          </a:r>
          <a:endParaRPr lang="pt-BR" dirty="0">
            <a:solidFill>
              <a:schemeClr val="tx1">
                <a:alpha val="60000"/>
              </a:schemeClr>
            </a:solidFill>
          </a:endParaRPr>
        </a:p>
      </dgm:t>
    </dgm:pt>
    <dgm:pt modelId="{CD7328D6-9FAE-4506-9BDB-E06A571EC1D4}" type="parTrans" cxnId="{914FACD2-336A-4471-9E99-312B3F8EAB04}">
      <dgm:prSet/>
      <dgm:spPr/>
      <dgm:t>
        <a:bodyPr rtlCol="0"/>
        <a:lstStyle>
          <a:defPPr>
            <a:defRPr lang="pt-BR"/>
          </a:defPPr>
        </a:lstStyle>
        <a:p>
          <a:pPr rtl="0"/>
          <a:endParaRPr lang="pt-BR"/>
        </a:p>
      </dgm:t>
    </dgm:pt>
    <dgm:pt modelId="{6BD5265A-8333-420D-BDB2-65F10B3EBD76}" type="sibTrans" cxnId="{914FACD2-336A-4471-9E99-312B3F8EAB04}">
      <dgm:prSet/>
      <dgm:spPr/>
      <dgm:t>
        <a:bodyPr rtlCol="0"/>
        <a:lstStyle>
          <a:defPPr>
            <a:defRPr lang="pt-BR"/>
          </a:defPPr>
        </a:lstStyle>
        <a:p>
          <a:pPr rtl="0"/>
          <a:endParaRPr lang="pt-BR"/>
        </a:p>
      </dgm:t>
    </dgm:pt>
    <dgm:pt modelId="{22625139-F93A-4F3F-A7AA-4923A01AEDF3}">
      <dgm:prSet/>
      <dgm:spPr/>
      <dgm:t>
        <a:bodyPr rtlCol="0"/>
        <a:lstStyle>
          <a:defPPr>
            <a:defRPr lang="pt-BR"/>
          </a:defPPr>
        </a:lstStyle>
        <a:p>
          <a:pPr rtl="0"/>
          <a:r>
            <a:rPr lang="pt-BR">
              <a:solidFill>
                <a:schemeClr val="accent1">
                  <a:lumMod val="50000"/>
                </a:schemeClr>
              </a:solidFill>
            </a:rPr>
            <a:t>Lição 3.</a:t>
          </a:r>
          <a:r>
            <a:rPr lang="pt-BR"/>
            <a:t> </a:t>
          </a:r>
          <a:r>
            <a:rPr lang="pt-BR">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pt-BR"/>
          </a:defPPr>
        </a:lstStyle>
        <a:p>
          <a:pPr rtl="0"/>
          <a:endParaRPr lang="pt-BR"/>
        </a:p>
      </dgm:t>
    </dgm:pt>
    <dgm:pt modelId="{A8E2FA08-4DD4-4654-A85D-9A99162D6201}" type="sibTrans" cxnId="{FC7721F0-429B-4CE7-BE98-C2F3C41FE9C7}">
      <dgm:prSet/>
      <dgm:spPr/>
      <dgm:t>
        <a:bodyPr rtlCol="0"/>
        <a:lstStyle>
          <a:defPPr>
            <a:defRPr lang="pt-BR"/>
          </a:defPPr>
        </a:lstStyle>
        <a:p>
          <a:pPr rtl="0"/>
          <a:endParaRPr lang="pt-BR"/>
        </a:p>
      </dgm:t>
    </dgm:pt>
    <dgm:pt modelId="{140952D0-0E1D-4F48-9F16-53581487CFA0}">
      <dgm:prSet/>
      <dgm:spPr/>
      <dgm:t>
        <a:bodyPr rtlCol="0"/>
        <a:lstStyle>
          <a:defPPr>
            <a:defRPr lang="pt-BR"/>
          </a:defPPr>
        </a:lstStyle>
        <a:p>
          <a:pPr rtl="0"/>
          <a:r>
            <a:rPr lang="pt-BR">
              <a:solidFill>
                <a:schemeClr val="accent1">
                  <a:lumMod val="50000"/>
                </a:schemeClr>
              </a:solidFill>
            </a:rPr>
            <a:t>Lição 4.</a:t>
          </a:r>
          <a:r>
            <a:rPr lang="pt-BR"/>
            <a:t> </a:t>
          </a:r>
          <a:r>
            <a:rPr lang="pt-BR" b="0" i="0">
              <a:solidFill>
                <a:schemeClr val="tx1">
                  <a:alpha val="60000"/>
                </a:schemeClr>
              </a:solidFill>
            </a:rPr>
            <a:t>Sed ut perspiciatis unde</a:t>
          </a:r>
          <a:endParaRPr lang="pt-BR" dirty="0">
            <a:solidFill>
              <a:schemeClr val="tx1">
                <a:alpha val="60000"/>
              </a:schemeClr>
            </a:solidFill>
          </a:endParaRPr>
        </a:p>
      </dgm:t>
    </dgm:pt>
    <dgm:pt modelId="{790C446F-6917-41E7-BE01-7AFE2676D505}" type="parTrans" cxnId="{B07163E8-ADEC-492A-8F07-7E5786AB23AE}">
      <dgm:prSet/>
      <dgm:spPr/>
      <dgm:t>
        <a:bodyPr rtlCol="0"/>
        <a:lstStyle>
          <a:defPPr>
            <a:defRPr lang="pt-BR"/>
          </a:defPPr>
        </a:lstStyle>
        <a:p>
          <a:pPr rtl="0"/>
          <a:endParaRPr lang="pt-BR"/>
        </a:p>
      </dgm:t>
    </dgm:pt>
    <dgm:pt modelId="{2804F27C-9BA9-4D07-AB02-74BE7DFA2C0E}" type="sibTrans" cxnId="{B07163E8-ADEC-492A-8F07-7E5786AB23AE}">
      <dgm:prSet/>
      <dgm:spPr/>
      <dgm:t>
        <a:bodyPr rtlCol="0"/>
        <a:lstStyle>
          <a:defPPr>
            <a:defRPr lang="pt-BR"/>
          </a:defPPr>
        </a:lstStyle>
        <a:p>
          <a:pPr rtl="0"/>
          <a:endParaRPr lang="pt-BR"/>
        </a:p>
      </dgm:t>
    </dgm:pt>
    <dgm:pt modelId="{C2F8C7F7-44C4-414A-BCCD-56E91DD0A777}">
      <dgm:prSet/>
      <dgm:spPr/>
      <dgm:t>
        <a:bodyPr rtlCol="0"/>
        <a:lstStyle>
          <a:defPPr>
            <a:defRPr lang="pt-BR"/>
          </a:defPPr>
        </a:lstStyle>
        <a:p>
          <a:pPr rtl="0"/>
          <a:r>
            <a:rPr lang="pt-BR">
              <a:solidFill>
                <a:schemeClr val="accent1">
                  <a:lumMod val="50000"/>
                </a:schemeClr>
              </a:solidFill>
            </a:rPr>
            <a:t>Lição 5.</a:t>
          </a:r>
          <a:r>
            <a:rPr lang="pt-BR"/>
            <a:t> </a:t>
          </a:r>
          <a:r>
            <a:rPr lang="pt-BR">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pt-BR"/>
          </a:defPPr>
        </a:lstStyle>
        <a:p>
          <a:pPr rtl="0"/>
          <a:endParaRPr lang="pt-BR"/>
        </a:p>
      </dgm:t>
    </dgm:pt>
    <dgm:pt modelId="{4E39967D-43EF-4F15-814A-2F491D900D43}" type="sibTrans" cxnId="{14D43B81-F92D-4CD8-9D1E-78CBF092C750}">
      <dgm:prSet/>
      <dgm:spPr/>
      <dgm:t>
        <a:bodyPr rtlCol="0"/>
        <a:lstStyle>
          <a:defPPr>
            <a:defRPr lang="pt-BR"/>
          </a:defPPr>
        </a:lstStyle>
        <a:p>
          <a:pPr rtl="0"/>
          <a:endParaRPr lang="pt-BR"/>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9"/>
    <dgm:cxn modelId="{E901F845-631E-42AD-82B2-653DA40B389B}" type="presOf" srcId="{C2F8C7F7-44C4-414A-BCCD-56E91DD0A777}" destId="{EB0F5FA3-DAEB-4780-B272-E569966A52CF}" srcOrd="0" destOrd="0" presId="urn:microsoft.com/office/officeart/2018/2/layout/IconVerticalSolidList#9"/>
    <dgm:cxn modelId="{D28FE450-D56C-43DC-901C-B2275D62B369}" type="presOf" srcId="{2EE95FC5-CD6B-4A50-9262-DC414E16C3EA}" destId="{1002F504-21FD-4710-AB54-6DD4AE8B1DEB}" srcOrd="0" destOrd="0" presId="urn:microsoft.com/office/officeart/2018/2/layout/IconVerticalSolidList#9"/>
    <dgm:cxn modelId="{09B52955-21F8-4660-80B5-8AC2F661638E}" type="presOf" srcId="{22625139-F93A-4F3F-A7AA-4923A01AEDF3}" destId="{5A5E0268-7557-41F6-A6CC-892DF11AAC18}" srcOrd="0" destOrd="0" presId="urn:microsoft.com/office/officeart/2018/2/layout/IconVerticalSolidList#9"/>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9"/>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9"/>
    <dgm:cxn modelId="{3141AECC-0824-4D33-B56E-0AA0BF76ADC4}" type="presParOf" srcId="{539F0B2D-763D-4639-B4AA-CC4EE0B8029F}" destId="{7C57C5FD-BC94-4852-B3EC-3A72C51988CA}" srcOrd="0" destOrd="0" presId="urn:microsoft.com/office/officeart/2018/2/layout/IconVerticalSolidList#9"/>
    <dgm:cxn modelId="{91B124C7-32BD-48C5-A045-6B89C6FA61EE}" type="presParOf" srcId="{7C57C5FD-BC94-4852-B3EC-3A72C51988CA}" destId="{8D5BCCB0-FE2C-4B39-92FA-86E015360BFE}" srcOrd="0" destOrd="0" presId="urn:microsoft.com/office/officeart/2018/2/layout/IconVerticalSolidList#9"/>
    <dgm:cxn modelId="{5C408221-FD1D-4546-A6E6-8330B2208253}" type="presParOf" srcId="{7C57C5FD-BC94-4852-B3EC-3A72C51988CA}" destId="{B970FC54-593D-4FE9-AFCD-C77EE53A4F01}" srcOrd="1" destOrd="0" presId="urn:microsoft.com/office/officeart/2018/2/layout/IconVerticalSolidList#9"/>
    <dgm:cxn modelId="{935E623E-CFDC-4AF8-B6EA-214446B4F401}" type="presParOf" srcId="{7C57C5FD-BC94-4852-B3EC-3A72C51988CA}" destId="{8B0477A4-6C5F-46E6-8910-A51FA1F661B5}" srcOrd="2" destOrd="0" presId="urn:microsoft.com/office/officeart/2018/2/layout/IconVerticalSolidList#9"/>
    <dgm:cxn modelId="{1E88C30E-19D9-4E39-B8C1-CD0573176A9E}" type="presParOf" srcId="{7C57C5FD-BC94-4852-B3EC-3A72C51988CA}" destId="{1002F504-21FD-4710-AB54-6DD4AE8B1DEB}" srcOrd="3" destOrd="0" presId="urn:microsoft.com/office/officeart/2018/2/layout/IconVerticalSolidList#9"/>
    <dgm:cxn modelId="{D98E3B47-5678-4183-ABFE-C52A79C56F19}" type="presParOf" srcId="{539F0B2D-763D-4639-B4AA-CC4EE0B8029F}" destId="{C5D2D154-D04C-4060-B371-4FA5C99B7538}" srcOrd="1" destOrd="0" presId="urn:microsoft.com/office/officeart/2018/2/layout/IconVerticalSolidList#9"/>
    <dgm:cxn modelId="{1C8B9CA9-55DE-4C4A-B6C3-9BF7170578A8}" type="presParOf" srcId="{539F0B2D-763D-4639-B4AA-CC4EE0B8029F}" destId="{0E0B23C8-D5E1-4B41-BDA7-2CE57755BE6A}" srcOrd="2" destOrd="0" presId="urn:microsoft.com/office/officeart/2018/2/layout/IconVerticalSolidList#9"/>
    <dgm:cxn modelId="{59E394A4-2CB8-4285-8A2E-C7AD9707C88A}" type="presParOf" srcId="{0E0B23C8-D5E1-4B41-BDA7-2CE57755BE6A}" destId="{CD05AFB1-E184-456B-B0D2-9C36C4272D02}" srcOrd="0" destOrd="0" presId="urn:microsoft.com/office/officeart/2018/2/layout/IconVerticalSolidList#9"/>
    <dgm:cxn modelId="{017797BA-DA8F-42A6-9B4B-2E3B232A9487}" type="presParOf" srcId="{0E0B23C8-D5E1-4B41-BDA7-2CE57755BE6A}" destId="{74FDC127-8DFD-4460-AE93-0411105DEB60}" srcOrd="1" destOrd="0" presId="urn:microsoft.com/office/officeart/2018/2/layout/IconVerticalSolidList#9"/>
    <dgm:cxn modelId="{75F07183-B2DD-4414-A5B8-8308084B8E3F}" type="presParOf" srcId="{0E0B23C8-D5E1-4B41-BDA7-2CE57755BE6A}" destId="{58414D7F-A9B2-47FB-8B18-5EF591AE26CC}" srcOrd="2" destOrd="0" presId="urn:microsoft.com/office/officeart/2018/2/layout/IconVerticalSolidList#9"/>
    <dgm:cxn modelId="{04F8BED2-D78F-4CD5-BBBC-7FC8C9F8F207}" type="presParOf" srcId="{0E0B23C8-D5E1-4B41-BDA7-2CE57755BE6A}" destId="{1A91019B-6FF6-4E88-A622-AA77E19BE965}" srcOrd="3" destOrd="0" presId="urn:microsoft.com/office/officeart/2018/2/layout/IconVerticalSolidList#9"/>
    <dgm:cxn modelId="{BCFD135B-FCED-466E-9159-B02BFE9D4001}" type="presParOf" srcId="{539F0B2D-763D-4639-B4AA-CC4EE0B8029F}" destId="{7016EE3B-7F4A-42C5-A09F-919C1401C4BC}" srcOrd="3" destOrd="0" presId="urn:microsoft.com/office/officeart/2018/2/layout/IconVerticalSolidList#9"/>
    <dgm:cxn modelId="{58EF4718-ACD6-43F8-805B-D62F90D9A920}" type="presParOf" srcId="{539F0B2D-763D-4639-B4AA-CC4EE0B8029F}" destId="{815AA52A-6D18-4177-AE6D-E0559FAFDE78}" srcOrd="4" destOrd="0" presId="urn:microsoft.com/office/officeart/2018/2/layout/IconVerticalSolidList#9"/>
    <dgm:cxn modelId="{D1615F48-ADED-4C2B-BB8A-59749B8AE730}" type="presParOf" srcId="{815AA52A-6D18-4177-AE6D-E0559FAFDE78}" destId="{A8176E5D-B119-4234-91AB-EFE9C2CF80B7}" srcOrd="0" destOrd="0" presId="urn:microsoft.com/office/officeart/2018/2/layout/IconVerticalSolidList#9"/>
    <dgm:cxn modelId="{79312827-D440-4AF8-9B00-B884A9E4A3BB}" type="presParOf" srcId="{815AA52A-6D18-4177-AE6D-E0559FAFDE78}" destId="{DB85AE0A-C466-4604-9C2E-87F8EA52DD0F}" srcOrd="1" destOrd="0" presId="urn:microsoft.com/office/officeart/2018/2/layout/IconVerticalSolidList#9"/>
    <dgm:cxn modelId="{E7924D5D-988A-4115-9A93-08F335B8947A}" type="presParOf" srcId="{815AA52A-6D18-4177-AE6D-E0559FAFDE78}" destId="{A8722341-C6F1-4D89-89A6-4EF02F8B76E1}" srcOrd="2" destOrd="0" presId="urn:microsoft.com/office/officeart/2018/2/layout/IconVerticalSolidList#9"/>
    <dgm:cxn modelId="{C6AD5C36-9185-4F14-9584-D2A1D2C97E1C}" type="presParOf" srcId="{815AA52A-6D18-4177-AE6D-E0559FAFDE78}" destId="{5A5E0268-7557-41F6-A6CC-892DF11AAC18}" srcOrd="3" destOrd="0" presId="urn:microsoft.com/office/officeart/2018/2/layout/IconVerticalSolidList#9"/>
    <dgm:cxn modelId="{7CC5D15E-F8FA-444A-AC16-03C2AF2F8435}" type="presParOf" srcId="{539F0B2D-763D-4639-B4AA-CC4EE0B8029F}" destId="{5ACA2613-1755-4541-BF52-A7AD043980F4}" srcOrd="5" destOrd="0" presId="urn:microsoft.com/office/officeart/2018/2/layout/IconVerticalSolidList#9"/>
    <dgm:cxn modelId="{459894C0-6852-4DFB-AB0C-15C59FA57691}" type="presParOf" srcId="{539F0B2D-763D-4639-B4AA-CC4EE0B8029F}" destId="{D58F1FE7-CDEB-42F6-BC01-82FB71EDF9C0}" srcOrd="6" destOrd="0" presId="urn:microsoft.com/office/officeart/2018/2/layout/IconVerticalSolidList#9"/>
    <dgm:cxn modelId="{14EE37A9-59E2-472A-B59D-2230A528B9EE}" type="presParOf" srcId="{D58F1FE7-CDEB-42F6-BC01-82FB71EDF9C0}" destId="{A102E018-9C2C-4317-8572-9362E8FC1AF8}" srcOrd="0" destOrd="0" presId="urn:microsoft.com/office/officeart/2018/2/layout/IconVerticalSolidList#9"/>
    <dgm:cxn modelId="{DA750973-958E-459C-8387-641E8911B272}" type="presParOf" srcId="{D58F1FE7-CDEB-42F6-BC01-82FB71EDF9C0}" destId="{3353CF1D-5822-47BA-A6C2-AC7DC94D5A9C}" srcOrd="1" destOrd="0" presId="urn:microsoft.com/office/officeart/2018/2/layout/IconVerticalSolidList#9"/>
    <dgm:cxn modelId="{62D5D3B0-A3FA-4D1D-8E7C-76B0202DCF7E}" type="presParOf" srcId="{D58F1FE7-CDEB-42F6-BC01-82FB71EDF9C0}" destId="{0326715C-7787-454B-B5D4-2E4B73514584}" srcOrd="2" destOrd="0" presId="urn:microsoft.com/office/officeart/2018/2/layout/IconVerticalSolidList#9"/>
    <dgm:cxn modelId="{BB5FA47B-6E17-41EB-8EF7-D7734FFE7C72}" type="presParOf" srcId="{D58F1FE7-CDEB-42F6-BC01-82FB71EDF9C0}" destId="{B05634FC-081B-4BC5-BE4E-70E96448CBC7}" srcOrd="3" destOrd="0" presId="urn:microsoft.com/office/officeart/2018/2/layout/IconVerticalSolidList#9"/>
    <dgm:cxn modelId="{45BA8686-C800-4DF7-8561-A1CCEF354961}" type="presParOf" srcId="{539F0B2D-763D-4639-B4AA-CC4EE0B8029F}" destId="{941E5EAA-3190-4C8A-9550-C01AB013F3B6}" srcOrd="7" destOrd="0" presId="urn:microsoft.com/office/officeart/2018/2/layout/IconVerticalSolidList#9"/>
    <dgm:cxn modelId="{68B47999-4EDD-48C8-9446-785154B26990}" type="presParOf" srcId="{539F0B2D-763D-4639-B4AA-CC4EE0B8029F}" destId="{E4485791-256C-479D-93C2-2AB8EE372B1D}" srcOrd="8" destOrd="0" presId="urn:microsoft.com/office/officeart/2018/2/layout/IconVerticalSolidList#9"/>
    <dgm:cxn modelId="{68222549-0ADC-4DDE-8A37-85CDBE618F3B}" type="presParOf" srcId="{E4485791-256C-479D-93C2-2AB8EE372B1D}" destId="{E3FB0205-9E6F-404E-BB9F-D3662F49AF1C}" srcOrd="0" destOrd="0" presId="urn:microsoft.com/office/officeart/2018/2/layout/IconVerticalSolidList#9"/>
    <dgm:cxn modelId="{B22CD18D-75A5-4D43-BC73-FCFE070FDE52}" type="presParOf" srcId="{E4485791-256C-479D-93C2-2AB8EE372B1D}" destId="{7169F0BE-38ED-4AA0-BD0F-6AEA778C8DB9}" srcOrd="1" destOrd="0" presId="urn:microsoft.com/office/officeart/2018/2/layout/IconVerticalSolidList#9"/>
    <dgm:cxn modelId="{E9EF9AA2-ACFB-454C-A417-FD4BEC0253A5}" type="presParOf" srcId="{E4485791-256C-479D-93C2-2AB8EE372B1D}" destId="{58BC7B20-3838-469F-BE20-773F9621E096}" srcOrd="2" destOrd="0" presId="urn:microsoft.com/office/officeart/2018/2/layout/IconVerticalSolidList#9"/>
    <dgm:cxn modelId="{A0770496-1BBC-4289-8714-0247E119A24C}" type="presParOf" srcId="{E4485791-256C-479D-93C2-2AB8EE372B1D}" destId="{EB0F5FA3-DAEB-4780-B272-E569966A52CF}" srcOrd="3" destOrd="0" presId="urn:microsoft.com/office/officeart/2018/2/layout/IconVerticalSolidList#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D17280B-FC62-43F6-8E59-40D3E4E7160F}" type="doc">
      <dgm:prSet loTypeId="urn:microsoft.com/office/officeart/2008/layout/TitledPictureBlocks" loCatId="picture" qsTypeId="urn:microsoft.com/office/officeart/2005/8/quickstyle/simple1" qsCatId="simple" csTypeId="urn:microsoft.com/office/officeart/2005/8/colors/accent1_2" csCatId="accent1" phldr="1"/>
      <dgm:spPr/>
      <dgm:t>
        <a:bodyPr rtlCol="0"/>
        <a:lstStyle>
          <a:defPPr>
            <a:defRPr lang="pt-BR"/>
          </a:defPPr>
        </a:lstStyle>
        <a:p>
          <a:pPr rtl="0"/>
          <a:endParaRPr lang="pt-BR"/>
        </a:p>
      </dgm:t>
    </dgm:pt>
    <dgm:pt modelId="{4BB700F2-5586-4F06-993B-61B69E8D5B2C}">
      <dgm:prSet phldrT="[Text]" custT="1"/>
      <dgm:spPr>
        <a:solidFill>
          <a:schemeClr val="accent1">
            <a:lumMod val="40000"/>
            <a:lumOff val="60000"/>
            <a:alpha val="50000"/>
          </a:schemeClr>
        </a:solidFill>
        <a:ln>
          <a:noFill/>
        </a:ln>
      </dgm:spPr>
      <dgm:t>
        <a:bodyPr rtlCol="0"/>
        <a:lstStyle>
          <a:defPPr>
            <a:defRPr lang="pt-BR"/>
          </a:defPPr>
        </a:lstStyle>
        <a:p>
          <a:pPr rtl="0"/>
          <a:r>
            <a:rPr lang="pt-BR" sz="1900">
              <a:solidFill>
                <a:schemeClr val="tx1"/>
              </a:solidFill>
            </a:rPr>
            <a:t>Mapa</a:t>
          </a:r>
        </a:p>
      </dgm:t>
    </dgm:pt>
    <dgm:pt modelId="{EC1EA70F-65DC-4C32-BE40-6AE8550B4F5A}" type="parTrans" cxnId="{C70992EF-3BB1-4844-891C-2FACEA05E6F3}">
      <dgm:prSet/>
      <dgm:spPr/>
      <dgm:t>
        <a:bodyPr rtlCol="0"/>
        <a:lstStyle>
          <a:defPPr>
            <a:defRPr lang="pt-BR"/>
          </a:defPPr>
        </a:lstStyle>
        <a:p>
          <a:pPr rtl="0"/>
          <a:endParaRPr lang="pt-BR"/>
        </a:p>
      </dgm:t>
    </dgm:pt>
    <dgm:pt modelId="{981C2505-640C-41BB-ABA6-7F585F8AFC4D}" type="sibTrans" cxnId="{C70992EF-3BB1-4844-891C-2FACEA05E6F3}">
      <dgm:prSet/>
      <dgm:spPr/>
      <dgm:t>
        <a:bodyPr rtlCol="0"/>
        <a:lstStyle>
          <a:defPPr>
            <a:defRPr lang="pt-BR"/>
          </a:defPPr>
        </a:lstStyle>
        <a:p>
          <a:pPr rtl="0"/>
          <a:endParaRPr lang="pt-BR"/>
        </a:p>
      </dgm:t>
    </dgm:pt>
    <dgm:pt modelId="{001208AC-2B83-4157-8BC7-4F75F1BB185F}">
      <dgm:prSet phldrT="[Text]" custT="1"/>
      <dgm:spPr>
        <a:noFill/>
        <a:ln>
          <a:noFill/>
        </a:ln>
      </dgm:spPr>
      <dgm:t>
        <a:bodyPr rtlCol="0"/>
        <a:lstStyle>
          <a:defPPr>
            <a:defRPr lang="pt-BR"/>
          </a:defPPr>
        </a:lstStyle>
        <a:p>
          <a:pPr rtl="0"/>
          <a:r>
            <a:rPr lang="pt-BR" sz="1600">
              <a:solidFill>
                <a:schemeClr val="accent1">
                  <a:lumMod val="50000"/>
                </a:schemeClr>
              </a:solidFill>
            </a:rPr>
            <a:t>Lorem ipsum dolor sit amet, consectetuer adipiscing elit</a:t>
          </a:r>
        </a:p>
      </dgm:t>
    </dgm:pt>
    <dgm:pt modelId="{23E089A8-C021-4217-B1DD-E63492E4945F}" type="parTrans" cxnId="{293C605A-0F05-4710-842B-DF6895DFB245}">
      <dgm:prSet/>
      <dgm:spPr/>
      <dgm:t>
        <a:bodyPr rtlCol="0"/>
        <a:lstStyle>
          <a:defPPr>
            <a:defRPr lang="pt-BR"/>
          </a:defPPr>
        </a:lstStyle>
        <a:p>
          <a:pPr rtl="0"/>
          <a:endParaRPr lang="pt-BR"/>
        </a:p>
      </dgm:t>
    </dgm:pt>
    <dgm:pt modelId="{348D66A9-1494-4296-8103-5209B65CA7F6}" type="sibTrans" cxnId="{293C605A-0F05-4710-842B-DF6895DFB245}">
      <dgm:prSet/>
      <dgm:spPr/>
      <dgm:t>
        <a:bodyPr rtlCol="0"/>
        <a:lstStyle>
          <a:defPPr>
            <a:defRPr lang="pt-BR"/>
          </a:defPPr>
        </a:lstStyle>
        <a:p>
          <a:pPr rtl="0"/>
          <a:endParaRPr lang="pt-BR"/>
        </a:p>
      </dgm:t>
    </dgm:pt>
    <dgm:pt modelId="{06EFAFF8-AA49-40CF-9BBC-7AC941DCB075}">
      <dgm:prSet phldrT="[Text]" custT="1"/>
      <dgm:spPr>
        <a:solidFill>
          <a:schemeClr val="accent1">
            <a:lumMod val="40000"/>
            <a:lumOff val="60000"/>
            <a:alpha val="50000"/>
          </a:schemeClr>
        </a:solidFill>
        <a:ln>
          <a:noFill/>
        </a:ln>
      </dgm:spPr>
      <dgm:t>
        <a:bodyPr rtlCol="0"/>
        <a:lstStyle>
          <a:defPPr>
            <a:defRPr lang="pt-BR"/>
          </a:defPPr>
        </a:lstStyle>
        <a:p>
          <a:pPr rtl="0"/>
          <a:r>
            <a:rPr lang="pt-BR" sz="1900">
              <a:solidFill>
                <a:schemeClr val="tx1"/>
              </a:solidFill>
            </a:rPr>
            <a:t>Estrada</a:t>
          </a:r>
        </a:p>
      </dgm:t>
    </dgm:pt>
    <dgm:pt modelId="{F862937C-98BE-4CF0-899C-98888EA9A521}" type="parTrans" cxnId="{66EC5C68-9DA5-43B3-AA6E-14E91AFE0431}">
      <dgm:prSet/>
      <dgm:spPr/>
      <dgm:t>
        <a:bodyPr rtlCol="0"/>
        <a:lstStyle>
          <a:defPPr>
            <a:defRPr lang="pt-BR"/>
          </a:defPPr>
        </a:lstStyle>
        <a:p>
          <a:pPr rtl="0"/>
          <a:endParaRPr lang="pt-BR"/>
        </a:p>
      </dgm:t>
    </dgm:pt>
    <dgm:pt modelId="{A0181A8A-87E6-4483-A087-FF165ADA1415}" type="sibTrans" cxnId="{66EC5C68-9DA5-43B3-AA6E-14E91AFE0431}">
      <dgm:prSet/>
      <dgm:spPr/>
      <dgm:t>
        <a:bodyPr rtlCol="0"/>
        <a:lstStyle>
          <a:defPPr>
            <a:defRPr lang="pt-BR"/>
          </a:defPPr>
        </a:lstStyle>
        <a:p>
          <a:pPr rtl="0"/>
          <a:endParaRPr lang="pt-BR"/>
        </a:p>
      </dgm:t>
    </dgm:pt>
    <dgm:pt modelId="{15F5427B-51A0-4B7F-9A84-EF39F600E081}">
      <dgm:prSet phldrT="[Text]" custT="1"/>
      <dgm:spPr>
        <a:noFill/>
        <a:ln>
          <a:noFill/>
        </a:ln>
      </dgm:spPr>
      <dgm:t>
        <a:bodyPr rtlCol="0"/>
        <a:lstStyle>
          <a:defPPr>
            <a:defRPr lang="pt-BR"/>
          </a:defPPr>
        </a:lstStyle>
        <a:p>
          <a:pPr rtl="0"/>
          <a:r>
            <a:rPr lang="pt-BR" sz="1600">
              <a:solidFill>
                <a:schemeClr val="accent1">
                  <a:lumMod val="50000"/>
                </a:schemeClr>
              </a:solidFill>
            </a:rPr>
            <a:t>Lorem ipsum dolor sit amet, consectetuer adipiscing elit</a:t>
          </a:r>
        </a:p>
      </dgm:t>
    </dgm:pt>
    <dgm:pt modelId="{E65D1AB5-DA91-429A-AA2B-6443042C7116}" type="parTrans" cxnId="{4229616D-0B30-4C8A-914C-C770AC25F4CF}">
      <dgm:prSet/>
      <dgm:spPr/>
      <dgm:t>
        <a:bodyPr rtlCol="0"/>
        <a:lstStyle>
          <a:defPPr>
            <a:defRPr lang="pt-BR"/>
          </a:defPPr>
        </a:lstStyle>
        <a:p>
          <a:pPr rtl="0"/>
          <a:endParaRPr lang="pt-BR"/>
        </a:p>
      </dgm:t>
    </dgm:pt>
    <dgm:pt modelId="{308F166C-FFB3-47DA-B89E-F439DF90B520}" type="sibTrans" cxnId="{4229616D-0B30-4C8A-914C-C770AC25F4CF}">
      <dgm:prSet/>
      <dgm:spPr/>
      <dgm:t>
        <a:bodyPr rtlCol="0"/>
        <a:lstStyle>
          <a:defPPr>
            <a:defRPr lang="pt-BR"/>
          </a:defPPr>
        </a:lstStyle>
        <a:p>
          <a:pPr rtl="0"/>
          <a:endParaRPr lang="pt-BR"/>
        </a:p>
      </dgm:t>
    </dgm:pt>
    <dgm:pt modelId="{B46F18F3-713A-45EF-B403-8225C417855E}">
      <dgm:prSet phldrT="[Text]" custT="1"/>
      <dgm:spPr>
        <a:solidFill>
          <a:schemeClr val="accent1">
            <a:lumMod val="40000"/>
            <a:lumOff val="60000"/>
            <a:alpha val="50000"/>
          </a:schemeClr>
        </a:solidFill>
        <a:ln>
          <a:noFill/>
        </a:ln>
      </dgm:spPr>
      <dgm:t>
        <a:bodyPr rtlCol="0"/>
        <a:lstStyle>
          <a:defPPr>
            <a:defRPr lang="pt-BR"/>
          </a:defPPr>
        </a:lstStyle>
        <a:p>
          <a:pPr rtl="0"/>
          <a:r>
            <a:rPr lang="pt-BR" sz="1900">
              <a:solidFill>
                <a:schemeClr val="tx1"/>
              </a:solidFill>
            </a:rPr>
            <a:t>Montanha</a:t>
          </a:r>
        </a:p>
      </dgm:t>
    </dgm:pt>
    <dgm:pt modelId="{800A3811-21A6-40B5-9CE2-D867849DD5EE}" type="parTrans" cxnId="{75160A5F-A4DE-475E-AADF-1BEED1355089}">
      <dgm:prSet/>
      <dgm:spPr/>
      <dgm:t>
        <a:bodyPr rtlCol="0"/>
        <a:lstStyle>
          <a:defPPr>
            <a:defRPr lang="pt-BR"/>
          </a:defPPr>
        </a:lstStyle>
        <a:p>
          <a:pPr rtl="0"/>
          <a:endParaRPr lang="pt-BR"/>
        </a:p>
      </dgm:t>
    </dgm:pt>
    <dgm:pt modelId="{3828CE19-B1AD-4122-BD0B-90ACA19E22C8}" type="sibTrans" cxnId="{75160A5F-A4DE-475E-AADF-1BEED1355089}">
      <dgm:prSet/>
      <dgm:spPr/>
      <dgm:t>
        <a:bodyPr rtlCol="0"/>
        <a:lstStyle>
          <a:defPPr>
            <a:defRPr lang="pt-BR"/>
          </a:defPPr>
        </a:lstStyle>
        <a:p>
          <a:pPr rtl="0"/>
          <a:endParaRPr lang="pt-BR"/>
        </a:p>
      </dgm:t>
    </dgm:pt>
    <dgm:pt modelId="{B85C7C25-7585-4AF6-B040-2824E08BBFEC}">
      <dgm:prSet phldrT="[Text]" custT="1"/>
      <dgm:spPr>
        <a:noFill/>
        <a:ln>
          <a:noFill/>
        </a:ln>
      </dgm:spPr>
      <dgm:t>
        <a:bodyPr rtlCol="0"/>
        <a:lstStyle>
          <a:defPPr>
            <a:defRPr lang="pt-BR"/>
          </a:defPPr>
        </a:lstStyle>
        <a:p>
          <a:pPr rtl="0"/>
          <a:r>
            <a:rPr lang="pt-BR" sz="1600">
              <a:solidFill>
                <a:schemeClr val="accent1">
                  <a:lumMod val="50000"/>
                </a:schemeClr>
              </a:solidFill>
            </a:rPr>
            <a:t>Lorem ipsum dolor sit</a:t>
          </a:r>
          <a:br>
            <a:rPr lang="pt-BR" sz="1600" dirty="0">
              <a:solidFill>
                <a:schemeClr val="accent1">
                  <a:lumMod val="50000"/>
                </a:schemeClr>
              </a:solidFill>
            </a:rPr>
          </a:br>
          <a:r>
            <a:rPr lang="pt-BR" sz="1600">
              <a:solidFill>
                <a:schemeClr val="accent1">
                  <a:lumMod val="50000"/>
                </a:schemeClr>
              </a:solidFill>
            </a:rPr>
            <a:t>amet, consectetuer adipiscing elit</a:t>
          </a:r>
        </a:p>
      </dgm:t>
    </dgm:pt>
    <dgm:pt modelId="{651755EC-E9D9-4B49-82BE-35553DDA5246}" type="parTrans" cxnId="{5C46EE31-F3BE-444C-85A6-82B089159FD8}">
      <dgm:prSet/>
      <dgm:spPr/>
      <dgm:t>
        <a:bodyPr rtlCol="0"/>
        <a:lstStyle>
          <a:defPPr>
            <a:defRPr lang="pt-BR"/>
          </a:defPPr>
        </a:lstStyle>
        <a:p>
          <a:pPr rtl="0"/>
          <a:endParaRPr lang="pt-BR"/>
        </a:p>
      </dgm:t>
    </dgm:pt>
    <dgm:pt modelId="{76ECF19A-5B76-4BF3-83C8-5143AB74468F}" type="sibTrans" cxnId="{5C46EE31-F3BE-444C-85A6-82B089159FD8}">
      <dgm:prSet/>
      <dgm:spPr/>
      <dgm:t>
        <a:bodyPr rtlCol="0"/>
        <a:lstStyle>
          <a:defPPr>
            <a:defRPr lang="pt-BR"/>
          </a:defPPr>
        </a:lstStyle>
        <a:p>
          <a:pPr rtl="0"/>
          <a:endParaRPr lang="pt-BR"/>
        </a:p>
      </dgm:t>
    </dgm:pt>
    <dgm:pt modelId="{D6612E20-ED34-4BD5-9123-54E9EE5BDBD0}" type="pres">
      <dgm:prSet presAssocID="{BD17280B-FC62-43F6-8E59-40D3E4E7160F}" presName="rootNode" presStyleCnt="0">
        <dgm:presLayoutVars>
          <dgm:chMax/>
          <dgm:chPref/>
          <dgm:dir/>
          <dgm:animLvl val="lvl"/>
        </dgm:presLayoutVars>
      </dgm:prSet>
      <dgm:spPr/>
    </dgm:pt>
    <dgm:pt modelId="{B4B05896-9BC4-46B1-8C1D-323874E2C10D}" type="pres">
      <dgm:prSet presAssocID="{4BB700F2-5586-4F06-993B-61B69E8D5B2C}" presName="composite" presStyleCnt="0"/>
      <dgm:spPr/>
    </dgm:pt>
    <dgm:pt modelId="{857B4CA8-411B-47F9-AD8E-CC9E8998191B}" type="pres">
      <dgm:prSet presAssocID="{4BB700F2-5586-4F06-993B-61B69E8D5B2C}" presName="ParentText" presStyleLbl="node1" presStyleIdx="0" presStyleCnt="3" custScaleY="183795" custLinFactY="-11158" custLinFactNeighborY="-100000">
        <dgm:presLayoutVars>
          <dgm:chMax val="1"/>
          <dgm:chPref val="1"/>
          <dgm:bulletEnabled val="1"/>
        </dgm:presLayoutVars>
      </dgm:prSet>
      <dgm:spPr/>
    </dgm:pt>
    <dgm:pt modelId="{105CEA98-93B9-4B2D-B9B9-9537AD997164}" type="pres">
      <dgm:prSet presAssocID="{4BB700F2-5586-4F06-993B-61B69E8D5B2C}" presName="Image" presStyleLbl="bgImgPlace1" presStyleIdx="0" presStyleCnt="3" custLinFactNeighborY="-332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9000" b="-9000"/>
          </a:stretch>
        </a:blipFill>
        <a:ln>
          <a:noFill/>
        </a:ln>
      </dgm:spPr>
      <dgm:extLst>
        <a:ext uri="{E40237B7-FDA0-4F09-8148-C483321AD2D9}">
          <dgm14:cNvPr xmlns:dgm14="http://schemas.microsoft.com/office/drawing/2010/diagram" id="0" name="" descr="Map with pin"/>
        </a:ext>
      </dgm:extLst>
    </dgm:pt>
    <dgm:pt modelId="{082F9D57-96B4-483D-A747-06D859B5D858}" type="pres">
      <dgm:prSet presAssocID="{4BB700F2-5586-4F06-993B-61B69E8D5B2C}" presName="ChildText" presStyleLbl="fgAcc1" presStyleIdx="0" presStyleCnt="3" custScaleX="247876" custLinFactX="-8945" custLinFactY="49222" custLinFactNeighborX="-100000" custLinFactNeighborY="100000">
        <dgm:presLayoutVars>
          <dgm:chMax val="0"/>
          <dgm:chPref val="0"/>
          <dgm:bulletEnabled val="1"/>
        </dgm:presLayoutVars>
      </dgm:prSet>
      <dgm:spPr/>
    </dgm:pt>
    <dgm:pt modelId="{7988FF66-6E7C-43B3-99C6-FA0558526D0B}" type="pres">
      <dgm:prSet presAssocID="{981C2505-640C-41BB-ABA6-7F585F8AFC4D}" presName="sibTrans" presStyleCnt="0"/>
      <dgm:spPr/>
    </dgm:pt>
    <dgm:pt modelId="{7A6D194E-D21C-4316-A81C-C09DEBC24A8D}" type="pres">
      <dgm:prSet presAssocID="{06EFAFF8-AA49-40CF-9BBC-7AC941DCB075}" presName="composite" presStyleCnt="0"/>
      <dgm:spPr/>
    </dgm:pt>
    <dgm:pt modelId="{494B1894-FA4F-4EC1-8E8E-68AEB4899B72}" type="pres">
      <dgm:prSet presAssocID="{06EFAFF8-AA49-40CF-9BBC-7AC941DCB075}" presName="ParentText" presStyleLbl="node1" presStyleIdx="1" presStyleCnt="3" custScaleY="183795" custLinFactY="-11158" custLinFactNeighborX="25798" custLinFactNeighborY="-100000">
        <dgm:presLayoutVars>
          <dgm:chMax val="1"/>
          <dgm:chPref val="1"/>
          <dgm:bulletEnabled val="1"/>
        </dgm:presLayoutVars>
      </dgm:prSet>
      <dgm:spPr/>
    </dgm:pt>
    <dgm:pt modelId="{175B4889-8837-4A51-B8E4-43DED68FD91D}" type="pres">
      <dgm:prSet presAssocID="{06EFAFF8-AA49-40CF-9BBC-7AC941DCB075}" presName="Image" presStyleLbl="bgImgPlace1" presStyleIdx="1" presStyleCnt="3" custLinFactNeighborX="25798" custLinFactNeighborY="-332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9000" b="-9000"/>
          </a:stretch>
        </a:blipFill>
        <a:ln>
          <a:noFill/>
        </a:ln>
      </dgm:spPr>
      <dgm:extLst>
        <a:ext uri="{E40237B7-FDA0-4F09-8148-C483321AD2D9}">
          <dgm14:cNvPr xmlns:dgm14="http://schemas.microsoft.com/office/drawing/2010/diagram" id="0" name="" descr="Map compass"/>
        </a:ext>
      </dgm:extLst>
    </dgm:pt>
    <dgm:pt modelId="{DDAD261B-380A-44B9-A99B-A72499989074}" type="pres">
      <dgm:prSet presAssocID="{06EFAFF8-AA49-40CF-9BBC-7AC941DCB075}" presName="ChildText" presStyleLbl="fgAcc1" presStyleIdx="1" presStyleCnt="3" custScaleX="247876" custLinFactY="43940" custLinFactNeighborX="-64075" custLinFactNeighborY="100000">
        <dgm:presLayoutVars>
          <dgm:chMax val="0"/>
          <dgm:chPref val="0"/>
          <dgm:bulletEnabled val="1"/>
        </dgm:presLayoutVars>
      </dgm:prSet>
      <dgm:spPr/>
    </dgm:pt>
    <dgm:pt modelId="{26483D13-C27B-43DB-A088-D4A387B0A313}" type="pres">
      <dgm:prSet presAssocID="{A0181A8A-87E6-4483-A087-FF165ADA1415}" presName="sibTrans" presStyleCnt="0"/>
      <dgm:spPr/>
    </dgm:pt>
    <dgm:pt modelId="{AB1740CB-ECB5-4994-85D8-B662447BD59A}" type="pres">
      <dgm:prSet presAssocID="{B46F18F3-713A-45EF-B403-8225C417855E}" presName="composite" presStyleCnt="0"/>
      <dgm:spPr/>
    </dgm:pt>
    <dgm:pt modelId="{9BB768B8-97D3-4773-9C90-8CAAE2C66A90}" type="pres">
      <dgm:prSet presAssocID="{B46F18F3-713A-45EF-B403-8225C417855E}" presName="ParentText" presStyleLbl="node1" presStyleIdx="2" presStyleCnt="3" custScaleY="183795" custLinFactY="-11158" custLinFactNeighborX="38515" custLinFactNeighborY="-100000">
        <dgm:presLayoutVars>
          <dgm:chMax val="1"/>
          <dgm:chPref val="1"/>
          <dgm:bulletEnabled val="1"/>
        </dgm:presLayoutVars>
      </dgm:prSet>
      <dgm:spPr/>
    </dgm:pt>
    <dgm:pt modelId="{EA1B9F6F-093C-4E75-8A08-13CC63E48A2A}" type="pres">
      <dgm:prSet presAssocID="{B46F18F3-713A-45EF-B403-8225C417855E}" presName="Image" presStyleLbl="bgImgPlace1" presStyleIdx="2" presStyleCnt="3" custLinFactNeighborX="38515" custLinFactNeighborY="-332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9000" b="-9000"/>
          </a:stretch>
        </a:blipFill>
        <a:ln>
          <a:noFill/>
        </a:ln>
      </dgm:spPr>
      <dgm:extLst>
        <a:ext uri="{E40237B7-FDA0-4F09-8148-C483321AD2D9}">
          <dgm14:cNvPr xmlns:dgm14="http://schemas.microsoft.com/office/drawing/2010/diagram" id="0" name="" descr="Highway scene"/>
        </a:ext>
      </dgm:extLst>
    </dgm:pt>
    <dgm:pt modelId="{6AB589D1-3A2C-4500-AF5C-B9B478C9C905}" type="pres">
      <dgm:prSet presAssocID="{B46F18F3-713A-45EF-B403-8225C417855E}" presName="ChildText" presStyleLbl="fgAcc1" presStyleIdx="2" presStyleCnt="3" custScaleX="247876" custLinFactY="43940" custLinFactNeighborX="-33416" custLinFactNeighborY="100000">
        <dgm:presLayoutVars>
          <dgm:chMax val="0"/>
          <dgm:chPref val="0"/>
          <dgm:bulletEnabled val="1"/>
        </dgm:presLayoutVars>
      </dgm:prSet>
      <dgm:spPr/>
    </dgm:pt>
  </dgm:ptLst>
  <dgm:cxnLst>
    <dgm:cxn modelId="{5C46EE31-F3BE-444C-85A6-82B089159FD8}" srcId="{B46F18F3-713A-45EF-B403-8225C417855E}" destId="{B85C7C25-7585-4AF6-B040-2824E08BBFEC}" srcOrd="0" destOrd="0" parTransId="{651755EC-E9D9-4B49-82BE-35553DDA5246}" sibTransId="{76ECF19A-5B76-4BF3-83C8-5143AB74468F}"/>
    <dgm:cxn modelId="{A6C9023B-25D1-40C9-ACD9-7B058BC56855}" type="presOf" srcId="{001208AC-2B83-4157-8BC7-4F75F1BB185F}" destId="{082F9D57-96B4-483D-A747-06D859B5D858}" srcOrd="0" destOrd="0" presId="urn:microsoft.com/office/officeart/2008/layout/TitledPictureBlocks"/>
    <dgm:cxn modelId="{75160A5F-A4DE-475E-AADF-1BEED1355089}" srcId="{BD17280B-FC62-43F6-8E59-40D3E4E7160F}" destId="{B46F18F3-713A-45EF-B403-8225C417855E}" srcOrd="2" destOrd="0" parTransId="{800A3811-21A6-40B5-9CE2-D867849DD5EE}" sibTransId="{3828CE19-B1AD-4122-BD0B-90ACA19E22C8}"/>
    <dgm:cxn modelId="{66EC5C68-9DA5-43B3-AA6E-14E91AFE0431}" srcId="{BD17280B-FC62-43F6-8E59-40D3E4E7160F}" destId="{06EFAFF8-AA49-40CF-9BBC-7AC941DCB075}" srcOrd="1" destOrd="0" parTransId="{F862937C-98BE-4CF0-899C-98888EA9A521}" sibTransId="{A0181A8A-87E6-4483-A087-FF165ADA1415}"/>
    <dgm:cxn modelId="{7D3F154A-43C1-42C2-A461-09848888C224}" type="presOf" srcId="{BD17280B-FC62-43F6-8E59-40D3E4E7160F}" destId="{D6612E20-ED34-4BD5-9123-54E9EE5BDBD0}" srcOrd="0" destOrd="0" presId="urn:microsoft.com/office/officeart/2008/layout/TitledPictureBlocks"/>
    <dgm:cxn modelId="{4229616D-0B30-4C8A-914C-C770AC25F4CF}" srcId="{06EFAFF8-AA49-40CF-9BBC-7AC941DCB075}" destId="{15F5427B-51A0-4B7F-9A84-EF39F600E081}" srcOrd="0" destOrd="0" parTransId="{E65D1AB5-DA91-429A-AA2B-6443042C7116}" sibTransId="{308F166C-FFB3-47DA-B89E-F439DF90B520}"/>
    <dgm:cxn modelId="{3C63D259-E9E6-4D04-9EE1-19E4ABAF10E6}" type="presOf" srcId="{B85C7C25-7585-4AF6-B040-2824E08BBFEC}" destId="{6AB589D1-3A2C-4500-AF5C-B9B478C9C905}" srcOrd="0" destOrd="0" presId="urn:microsoft.com/office/officeart/2008/layout/TitledPictureBlocks"/>
    <dgm:cxn modelId="{293C605A-0F05-4710-842B-DF6895DFB245}" srcId="{4BB700F2-5586-4F06-993B-61B69E8D5B2C}" destId="{001208AC-2B83-4157-8BC7-4F75F1BB185F}" srcOrd="0" destOrd="0" parTransId="{23E089A8-C021-4217-B1DD-E63492E4945F}" sibTransId="{348D66A9-1494-4296-8103-5209B65CA7F6}"/>
    <dgm:cxn modelId="{7471D784-4790-4A6C-947F-350A907943A0}" type="presOf" srcId="{15F5427B-51A0-4B7F-9A84-EF39F600E081}" destId="{DDAD261B-380A-44B9-A99B-A72499989074}" srcOrd="0" destOrd="0" presId="urn:microsoft.com/office/officeart/2008/layout/TitledPictureBlocks"/>
    <dgm:cxn modelId="{3DDB5A85-1963-42F8-95F7-F2E4AB815EA5}" type="presOf" srcId="{4BB700F2-5586-4F06-993B-61B69E8D5B2C}" destId="{857B4CA8-411B-47F9-AD8E-CC9E8998191B}" srcOrd="0" destOrd="0" presId="urn:microsoft.com/office/officeart/2008/layout/TitledPictureBlocks"/>
    <dgm:cxn modelId="{CBCE80A7-5870-456B-B9B2-11115939557A}" type="presOf" srcId="{B46F18F3-713A-45EF-B403-8225C417855E}" destId="{9BB768B8-97D3-4773-9C90-8CAAE2C66A90}" srcOrd="0" destOrd="0" presId="urn:microsoft.com/office/officeart/2008/layout/TitledPictureBlocks"/>
    <dgm:cxn modelId="{85840DAC-B92B-450B-ACC2-AD9143A56E86}" type="presOf" srcId="{06EFAFF8-AA49-40CF-9BBC-7AC941DCB075}" destId="{494B1894-FA4F-4EC1-8E8E-68AEB4899B72}" srcOrd="0" destOrd="0" presId="urn:microsoft.com/office/officeart/2008/layout/TitledPictureBlocks"/>
    <dgm:cxn modelId="{C70992EF-3BB1-4844-891C-2FACEA05E6F3}" srcId="{BD17280B-FC62-43F6-8E59-40D3E4E7160F}" destId="{4BB700F2-5586-4F06-993B-61B69E8D5B2C}" srcOrd="0" destOrd="0" parTransId="{EC1EA70F-65DC-4C32-BE40-6AE8550B4F5A}" sibTransId="{981C2505-640C-41BB-ABA6-7F585F8AFC4D}"/>
    <dgm:cxn modelId="{098B0552-B3CE-4FCF-81A3-7D34ABF12040}" type="presParOf" srcId="{D6612E20-ED34-4BD5-9123-54E9EE5BDBD0}" destId="{B4B05896-9BC4-46B1-8C1D-323874E2C10D}" srcOrd="0" destOrd="0" presId="urn:microsoft.com/office/officeart/2008/layout/TitledPictureBlocks"/>
    <dgm:cxn modelId="{0CCD1343-3463-4222-BEE8-94300DBD3FEB}" type="presParOf" srcId="{B4B05896-9BC4-46B1-8C1D-323874E2C10D}" destId="{857B4CA8-411B-47F9-AD8E-CC9E8998191B}" srcOrd="0" destOrd="0" presId="urn:microsoft.com/office/officeart/2008/layout/TitledPictureBlocks"/>
    <dgm:cxn modelId="{EB2EB5D4-769D-4E18-93FA-66C964CB0AB5}" type="presParOf" srcId="{B4B05896-9BC4-46B1-8C1D-323874E2C10D}" destId="{105CEA98-93B9-4B2D-B9B9-9537AD997164}" srcOrd="1" destOrd="0" presId="urn:microsoft.com/office/officeart/2008/layout/TitledPictureBlocks"/>
    <dgm:cxn modelId="{DF54F60A-AF19-4A6B-93B1-3D208F01EAD7}" type="presParOf" srcId="{B4B05896-9BC4-46B1-8C1D-323874E2C10D}" destId="{082F9D57-96B4-483D-A747-06D859B5D858}" srcOrd="2" destOrd="0" presId="urn:microsoft.com/office/officeart/2008/layout/TitledPictureBlocks"/>
    <dgm:cxn modelId="{FA6DB764-35D6-49F6-92BE-A7903438DCF2}" type="presParOf" srcId="{D6612E20-ED34-4BD5-9123-54E9EE5BDBD0}" destId="{7988FF66-6E7C-43B3-99C6-FA0558526D0B}" srcOrd="1" destOrd="0" presId="urn:microsoft.com/office/officeart/2008/layout/TitledPictureBlocks"/>
    <dgm:cxn modelId="{2F280672-AB37-4B69-8CE2-BB85B1DF3266}" type="presParOf" srcId="{D6612E20-ED34-4BD5-9123-54E9EE5BDBD0}" destId="{7A6D194E-D21C-4316-A81C-C09DEBC24A8D}" srcOrd="2" destOrd="0" presId="urn:microsoft.com/office/officeart/2008/layout/TitledPictureBlocks"/>
    <dgm:cxn modelId="{A418AAB6-8990-4DB4-ABB7-4D4F7F73F886}" type="presParOf" srcId="{7A6D194E-D21C-4316-A81C-C09DEBC24A8D}" destId="{494B1894-FA4F-4EC1-8E8E-68AEB4899B72}" srcOrd="0" destOrd="0" presId="urn:microsoft.com/office/officeart/2008/layout/TitledPictureBlocks"/>
    <dgm:cxn modelId="{9154CDFA-7D17-445D-AD5B-FDC791C9AA4B}" type="presParOf" srcId="{7A6D194E-D21C-4316-A81C-C09DEBC24A8D}" destId="{175B4889-8837-4A51-B8E4-43DED68FD91D}" srcOrd="1" destOrd="0" presId="urn:microsoft.com/office/officeart/2008/layout/TitledPictureBlocks"/>
    <dgm:cxn modelId="{DD6A8FD7-CB2E-4408-BAE2-EDA9337450AE}" type="presParOf" srcId="{7A6D194E-D21C-4316-A81C-C09DEBC24A8D}" destId="{DDAD261B-380A-44B9-A99B-A72499989074}" srcOrd="2" destOrd="0" presId="urn:microsoft.com/office/officeart/2008/layout/TitledPictureBlocks"/>
    <dgm:cxn modelId="{30789869-D076-45B5-BA54-77F433B3819D}" type="presParOf" srcId="{D6612E20-ED34-4BD5-9123-54E9EE5BDBD0}" destId="{26483D13-C27B-43DB-A088-D4A387B0A313}" srcOrd="3" destOrd="0" presId="urn:microsoft.com/office/officeart/2008/layout/TitledPictureBlocks"/>
    <dgm:cxn modelId="{11032FFB-60EF-449D-A26A-A56A7CC74176}" type="presParOf" srcId="{D6612E20-ED34-4BD5-9123-54E9EE5BDBD0}" destId="{AB1740CB-ECB5-4994-85D8-B662447BD59A}" srcOrd="4" destOrd="0" presId="urn:microsoft.com/office/officeart/2008/layout/TitledPictureBlocks"/>
    <dgm:cxn modelId="{F5CBDD39-0FCC-4342-B765-E7DBEB0B9CBA}" type="presParOf" srcId="{AB1740CB-ECB5-4994-85D8-B662447BD59A}" destId="{9BB768B8-97D3-4773-9C90-8CAAE2C66A90}" srcOrd="0" destOrd="0" presId="urn:microsoft.com/office/officeart/2008/layout/TitledPictureBlocks"/>
    <dgm:cxn modelId="{B8C8FB99-1088-4BFD-BCC1-0E08546A61A6}" type="presParOf" srcId="{AB1740CB-ECB5-4994-85D8-B662447BD59A}" destId="{EA1B9F6F-093C-4E75-8A08-13CC63E48A2A}" srcOrd="1" destOrd="0" presId="urn:microsoft.com/office/officeart/2008/layout/TitledPictureBlocks"/>
    <dgm:cxn modelId="{AC95BEF8-ECFF-40DC-B06D-4C9E4FBE2804}" type="presParOf" srcId="{AB1740CB-ECB5-4994-85D8-B662447BD59A}" destId="{6AB589D1-3A2C-4500-AF5C-B9B478C9C905}" srcOrd="2" destOrd="0" presId="urn:microsoft.com/office/officeart/2008/layout/TitledPictureBlock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110EC527-FC73-4BB8-BCA9-B8661905EC0C}" type="doc">
      <dgm:prSet loTypeId="urn:microsoft.com/office/officeart/2018/5/layout/IconCircleLabelList#9" loCatId="icon" qsTypeId="urn:microsoft.com/office/officeart/2005/8/quickstyle/simple1" qsCatId="simple" csTypeId="urn:microsoft.com/office/officeart/2005/8/colors/accent2_2" csCatId="accent2" phldr="1"/>
      <dgm:spPr/>
    </dgm:pt>
    <dgm:pt modelId="{E3F0BAD2-119F-440C-9336-9E7D809B9F74}">
      <dgm:prSet phldrT="[Text]"/>
      <dgm:spPr/>
      <dgm:t>
        <a:bodyPr rtlCol="0"/>
        <a:lstStyle>
          <a:defPPr>
            <a:defRPr lang="pt-BR"/>
          </a:defPPr>
        </a:lstStyle>
        <a:p>
          <a:pPr rtl="0">
            <a:lnSpc>
              <a:spcPct val="100000"/>
            </a:lnSpc>
            <a:defRPr lang="pt-BR" cap="all"/>
          </a:pPr>
          <a:r>
            <a:rPr lang="pt-BR"/>
            <a:t>MAPA</a:t>
          </a:r>
        </a:p>
      </dgm:t>
    </dgm:pt>
    <dgm:pt modelId="{6F9EF68D-1209-4B59-A575-8F7F015F7E25}" type="parTrans" cxnId="{DAA95642-FA6B-49FC-B670-0245DCCBDDD5}">
      <dgm:prSet/>
      <dgm:spPr/>
      <dgm:t>
        <a:bodyPr rtlCol="0"/>
        <a:lstStyle>
          <a:defPPr>
            <a:defRPr lang="pt-BR"/>
          </a:defPPr>
        </a:lstStyle>
        <a:p>
          <a:pPr rtl="0"/>
          <a:endParaRPr lang="pt-BR"/>
        </a:p>
      </dgm:t>
    </dgm:pt>
    <dgm:pt modelId="{2B8ABA9C-C7E8-44AF-A5D7-6C305C7786AB}" type="sibTrans" cxnId="{DAA95642-FA6B-49FC-B670-0245DCCBDDD5}">
      <dgm:prSet/>
      <dgm:spPr/>
      <dgm:t>
        <a:bodyPr rtlCol="0"/>
        <a:lstStyle>
          <a:defPPr>
            <a:defRPr lang="pt-BR"/>
          </a:defPPr>
        </a:lstStyle>
        <a:p>
          <a:pPr rtl="0"/>
          <a:endParaRPr lang="pt-BR"/>
        </a:p>
      </dgm:t>
    </dgm:pt>
    <dgm:pt modelId="{029F6C02-E90A-46D6-A163-FBBE6B3B02EC}">
      <dgm:prSet phldrT="[Text]"/>
      <dgm:spPr/>
      <dgm:t>
        <a:bodyPr rtlCol="0"/>
        <a:lstStyle>
          <a:defPPr>
            <a:defRPr lang="pt-BR"/>
          </a:defPPr>
        </a:lstStyle>
        <a:p>
          <a:pPr rtl="0">
            <a:lnSpc>
              <a:spcPct val="100000"/>
            </a:lnSpc>
            <a:defRPr lang="pt-BR" cap="all"/>
          </a:pPr>
          <a:r>
            <a:rPr lang="pt-BR"/>
            <a:t>ESTRADA</a:t>
          </a:r>
        </a:p>
      </dgm:t>
    </dgm:pt>
    <dgm:pt modelId="{1F3D828B-8B48-421A-9D48-5FF1B4D98AB5}" type="parTrans" cxnId="{EE6B32D1-3B2A-439C-950D-01E5C6F3E052}">
      <dgm:prSet/>
      <dgm:spPr/>
      <dgm:t>
        <a:bodyPr rtlCol="0"/>
        <a:lstStyle>
          <a:defPPr>
            <a:defRPr lang="pt-BR"/>
          </a:defPPr>
        </a:lstStyle>
        <a:p>
          <a:pPr rtl="0"/>
          <a:endParaRPr lang="pt-BR"/>
        </a:p>
      </dgm:t>
    </dgm:pt>
    <dgm:pt modelId="{89AD5413-D1DA-453C-B463-9CCC1D4BFAD0}" type="sibTrans" cxnId="{EE6B32D1-3B2A-439C-950D-01E5C6F3E052}">
      <dgm:prSet/>
      <dgm:spPr/>
      <dgm:t>
        <a:bodyPr rtlCol="0"/>
        <a:lstStyle>
          <a:defPPr>
            <a:defRPr lang="pt-BR"/>
          </a:defPPr>
        </a:lstStyle>
        <a:p>
          <a:pPr rtl="0"/>
          <a:endParaRPr lang="pt-BR"/>
        </a:p>
      </dgm:t>
    </dgm:pt>
    <dgm:pt modelId="{5D3611EA-4CF1-4D37-A9F9-248F484AD446}">
      <dgm:prSet phldrT="[Text]"/>
      <dgm:spPr/>
      <dgm:t>
        <a:bodyPr rtlCol="0"/>
        <a:lstStyle>
          <a:defPPr>
            <a:defRPr lang="pt-BR"/>
          </a:defPPr>
        </a:lstStyle>
        <a:p>
          <a:pPr rtl="0">
            <a:lnSpc>
              <a:spcPct val="100000"/>
            </a:lnSpc>
            <a:defRPr lang="pt-BR" cap="all"/>
          </a:pPr>
          <a:r>
            <a:rPr lang="pt-BR"/>
            <a:t>MONTANHA</a:t>
          </a:r>
        </a:p>
      </dgm:t>
    </dgm:pt>
    <dgm:pt modelId="{DB0602FA-F7A2-4A5C-B75D-D92022E25A69}" type="parTrans" cxnId="{0D4C1A44-0939-49D5-901B-2FB2069C2D9E}">
      <dgm:prSet/>
      <dgm:spPr/>
      <dgm:t>
        <a:bodyPr rtlCol="0"/>
        <a:lstStyle>
          <a:defPPr>
            <a:defRPr lang="pt-BR"/>
          </a:defPPr>
        </a:lstStyle>
        <a:p>
          <a:pPr rtl="0"/>
          <a:endParaRPr lang="pt-BR"/>
        </a:p>
      </dgm:t>
    </dgm:pt>
    <dgm:pt modelId="{5BB20B1C-706C-45AC-818E-F2A4A0497B17}" type="sibTrans" cxnId="{0D4C1A44-0939-49D5-901B-2FB2069C2D9E}">
      <dgm:prSet/>
      <dgm:spPr/>
      <dgm:t>
        <a:bodyPr rtlCol="0"/>
        <a:lstStyle>
          <a:defPPr>
            <a:defRPr lang="pt-BR"/>
          </a:defPPr>
        </a:lstStyle>
        <a:p>
          <a:pPr rtl="0"/>
          <a:endParaRPr lang="pt-BR"/>
        </a:p>
      </dgm:t>
    </dgm:pt>
    <dgm:pt modelId="{FB5DECFE-80A9-4B42-992D-E2E6BA47A685}" type="pres">
      <dgm:prSet presAssocID="{110EC527-FC73-4BB8-BCA9-B8661905EC0C}" presName="root" presStyleCnt="0">
        <dgm:presLayoutVars>
          <dgm:dir/>
          <dgm:resizeHandles val="exact"/>
        </dgm:presLayoutVars>
      </dgm:prSet>
      <dgm:spPr/>
    </dgm:pt>
    <dgm:pt modelId="{790B2303-FF5E-4930-8DB1-8EBFC19A935F}" type="pres">
      <dgm:prSet presAssocID="{E3F0BAD2-119F-440C-9336-9E7D809B9F74}" presName="compNode" presStyleCnt="0"/>
      <dgm:spPr/>
    </dgm:pt>
    <dgm:pt modelId="{2BC80086-FAD2-4337-9774-2D11ADB6338B}" type="pres">
      <dgm:prSet presAssocID="{E3F0BAD2-119F-440C-9336-9E7D809B9F74}" presName="iconBgRect" presStyleLbl="bgShp" presStyleIdx="0" presStyleCnt="3"/>
      <dgm:spPr/>
    </dgm:pt>
    <dgm:pt modelId="{547679B3-5DF2-432F-B901-3F4B938B918B}" type="pres">
      <dgm:prSet presAssocID="{E3F0BAD2-119F-440C-9336-9E7D809B9F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p with pin"/>
        </a:ext>
      </dgm:extLst>
    </dgm:pt>
    <dgm:pt modelId="{63E7C388-AA63-4D5C-85CA-44D4A56B3F21}" type="pres">
      <dgm:prSet presAssocID="{E3F0BAD2-119F-440C-9336-9E7D809B9F74}" presName="spaceRect" presStyleCnt="0"/>
      <dgm:spPr/>
    </dgm:pt>
    <dgm:pt modelId="{F497D422-E586-4CF3-B912-222307DB1AF1}" type="pres">
      <dgm:prSet presAssocID="{E3F0BAD2-119F-440C-9336-9E7D809B9F74}" presName="textRect" presStyleLbl="revTx" presStyleIdx="0" presStyleCnt="3">
        <dgm:presLayoutVars>
          <dgm:chMax val="1"/>
          <dgm:chPref val="1"/>
        </dgm:presLayoutVars>
      </dgm:prSet>
      <dgm:spPr/>
    </dgm:pt>
    <dgm:pt modelId="{AA34999D-90FD-40C4-90FE-54B44B49C216}" type="pres">
      <dgm:prSet presAssocID="{2B8ABA9C-C7E8-44AF-A5D7-6C305C7786AB}" presName="sibTrans" presStyleCnt="0"/>
      <dgm:spPr/>
    </dgm:pt>
    <dgm:pt modelId="{9A986550-515A-4BB5-A739-14C607548DB3}" type="pres">
      <dgm:prSet presAssocID="{029F6C02-E90A-46D6-A163-FBBE6B3B02EC}" presName="compNode" presStyleCnt="0"/>
      <dgm:spPr/>
    </dgm:pt>
    <dgm:pt modelId="{84D6A2B4-D034-4471-9540-2B564C1C8C94}" type="pres">
      <dgm:prSet presAssocID="{029F6C02-E90A-46D6-A163-FBBE6B3B02EC}" presName="iconBgRect" presStyleLbl="bgShp" presStyleIdx="1" presStyleCnt="3"/>
      <dgm:spPr/>
    </dgm:pt>
    <dgm:pt modelId="{8EA5C1F8-EBAD-49DC-B916-3B1778787CB8}" type="pres">
      <dgm:prSet presAssocID="{029F6C02-E90A-46D6-A163-FBBE6B3B02E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way scene"/>
        </a:ext>
      </dgm:extLst>
    </dgm:pt>
    <dgm:pt modelId="{BAC689FF-3ECF-4171-A0CC-3AED22BE073E}" type="pres">
      <dgm:prSet presAssocID="{029F6C02-E90A-46D6-A163-FBBE6B3B02EC}" presName="spaceRect" presStyleCnt="0"/>
      <dgm:spPr/>
    </dgm:pt>
    <dgm:pt modelId="{02334A97-4D09-4C79-B2B5-07BE1FF63668}" type="pres">
      <dgm:prSet presAssocID="{029F6C02-E90A-46D6-A163-FBBE6B3B02EC}" presName="textRect" presStyleLbl="revTx" presStyleIdx="1" presStyleCnt="3">
        <dgm:presLayoutVars>
          <dgm:chMax val="1"/>
          <dgm:chPref val="1"/>
        </dgm:presLayoutVars>
      </dgm:prSet>
      <dgm:spPr/>
    </dgm:pt>
    <dgm:pt modelId="{61DC4152-B044-4689-9F48-A6837758D376}" type="pres">
      <dgm:prSet presAssocID="{89AD5413-D1DA-453C-B463-9CCC1D4BFAD0}" presName="sibTrans" presStyleCnt="0"/>
      <dgm:spPr/>
    </dgm:pt>
    <dgm:pt modelId="{FF1FDFD2-62A2-44E9-B424-C307DA4F5EE2}" type="pres">
      <dgm:prSet presAssocID="{5D3611EA-4CF1-4D37-A9F9-248F484AD446}" presName="compNode" presStyleCnt="0"/>
      <dgm:spPr/>
    </dgm:pt>
    <dgm:pt modelId="{45ED88D5-1FA1-4FD0-90D9-6371DD60718F}" type="pres">
      <dgm:prSet presAssocID="{5D3611EA-4CF1-4D37-A9F9-248F484AD446}" presName="iconBgRect" presStyleLbl="bgShp" presStyleIdx="2" presStyleCnt="3"/>
      <dgm:spPr/>
    </dgm:pt>
    <dgm:pt modelId="{275F9911-9DBD-4B56-BCFF-7F94F0387671}" type="pres">
      <dgm:prSet presAssocID="{5D3611EA-4CF1-4D37-A9F9-248F484AD4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untains"/>
        </a:ext>
      </dgm:extLst>
    </dgm:pt>
    <dgm:pt modelId="{43DB35EC-C7C0-4164-806E-A00DD238F204}" type="pres">
      <dgm:prSet presAssocID="{5D3611EA-4CF1-4D37-A9F9-248F484AD446}" presName="spaceRect" presStyleCnt="0"/>
      <dgm:spPr/>
    </dgm:pt>
    <dgm:pt modelId="{C0B93E8E-4067-4888-A70B-28FA0A3F3CD3}" type="pres">
      <dgm:prSet presAssocID="{5D3611EA-4CF1-4D37-A9F9-248F484AD446}" presName="textRect" presStyleLbl="revTx" presStyleIdx="2" presStyleCnt="3">
        <dgm:presLayoutVars>
          <dgm:chMax val="1"/>
          <dgm:chPref val="1"/>
        </dgm:presLayoutVars>
      </dgm:prSet>
      <dgm:spPr/>
    </dgm:pt>
  </dgm:ptLst>
  <dgm:cxnLst>
    <dgm:cxn modelId="{8BD5472E-322F-495E-B919-986F9C50CBFB}" type="presOf" srcId="{029F6C02-E90A-46D6-A163-FBBE6B3B02EC}" destId="{02334A97-4D09-4C79-B2B5-07BE1FF63668}" srcOrd="0" destOrd="0" presId="urn:microsoft.com/office/officeart/2018/5/layout/IconCircleLabelList#9"/>
    <dgm:cxn modelId="{DAA95642-FA6B-49FC-B670-0245DCCBDDD5}" srcId="{110EC527-FC73-4BB8-BCA9-B8661905EC0C}" destId="{E3F0BAD2-119F-440C-9336-9E7D809B9F74}" srcOrd="0" destOrd="0" parTransId="{6F9EF68D-1209-4B59-A575-8F7F015F7E25}" sibTransId="{2B8ABA9C-C7E8-44AF-A5D7-6C305C7786AB}"/>
    <dgm:cxn modelId="{0D4C1A44-0939-49D5-901B-2FB2069C2D9E}" srcId="{110EC527-FC73-4BB8-BCA9-B8661905EC0C}" destId="{5D3611EA-4CF1-4D37-A9F9-248F484AD446}" srcOrd="2" destOrd="0" parTransId="{DB0602FA-F7A2-4A5C-B75D-D92022E25A69}" sibTransId="{5BB20B1C-706C-45AC-818E-F2A4A0497B17}"/>
    <dgm:cxn modelId="{97A9AF66-CB5B-4C30-86E7-B38AFC0CC35F}" type="presOf" srcId="{5D3611EA-4CF1-4D37-A9F9-248F484AD446}" destId="{C0B93E8E-4067-4888-A70B-28FA0A3F3CD3}" srcOrd="0" destOrd="0" presId="urn:microsoft.com/office/officeart/2018/5/layout/IconCircleLabelList#9"/>
    <dgm:cxn modelId="{5E9503BF-D14D-4BA5-98A1-9F6E56D102A6}" type="presOf" srcId="{E3F0BAD2-119F-440C-9336-9E7D809B9F74}" destId="{F497D422-E586-4CF3-B912-222307DB1AF1}" srcOrd="0" destOrd="0" presId="urn:microsoft.com/office/officeart/2018/5/layout/IconCircleLabelList#9"/>
    <dgm:cxn modelId="{EE6B32D1-3B2A-439C-950D-01E5C6F3E052}" srcId="{110EC527-FC73-4BB8-BCA9-B8661905EC0C}" destId="{029F6C02-E90A-46D6-A163-FBBE6B3B02EC}" srcOrd="1" destOrd="0" parTransId="{1F3D828B-8B48-421A-9D48-5FF1B4D98AB5}" sibTransId="{89AD5413-D1DA-453C-B463-9CCC1D4BFAD0}"/>
    <dgm:cxn modelId="{41C706D4-7EDB-4437-A4C0-CDA56BA40B03}" type="presOf" srcId="{110EC527-FC73-4BB8-BCA9-B8661905EC0C}" destId="{FB5DECFE-80A9-4B42-992D-E2E6BA47A685}" srcOrd="0" destOrd="0" presId="urn:microsoft.com/office/officeart/2018/5/layout/IconCircleLabelList#9"/>
    <dgm:cxn modelId="{00E5860B-1F34-49D2-A0B0-830B5BB8E73C}" type="presParOf" srcId="{FB5DECFE-80A9-4B42-992D-E2E6BA47A685}" destId="{790B2303-FF5E-4930-8DB1-8EBFC19A935F}" srcOrd="0" destOrd="0" presId="urn:microsoft.com/office/officeart/2018/5/layout/IconCircleLabelList#9"/>
    <dgm:cxn modelId="{CE614D79-197C-48D1-9161-C2831C8FE903}" type="presParOf" srcId="{790B2303-FF5E-4930-8DB1-8EBFC19A935F}" destId="{2BC80086-FAD2-4337-9774-2D11ADB6338B}" srcOrd="0" destOrd="0" presId="urn:microsoft.com/office/officeart/2018/5/layout/IconCircleLabelList#9"/>
    <dgm:cxn modelId="{D71D3B70-A4C2-4B9E-A1CE-3607BAFBD02F}" type="presParOf" srcId="{790B2303-FF5E-4930-8DB1-8EBFC19A935F}" destId="{547679B3-5DF2-432F-B901-3F4B938B918B}" srcOrd="1" destOrd="0" presId="urn:microsoft.com/office/officeart/2018/5/layout/IconCircleLabelList#9"/>
    <dgm:cxn modelId="{B92D7A05-3763-4763-939A-AC2FC0D3B713}" type="presParOf" srcId="{790B2303-FF5E-4930-8DB1-8EBFC19A935F}" destId="{63E7C388-AA63-4D5C-85CA-44D4A56B3F21}" srcOrd="2" destOrd="0" presId="urn:microsoft.com/office/officeart/2018/5/layout/IconCircleLabelList#9"/>
    <dgm:cxn modelId="{09C82F25-B286-4399-8117-C8BD232DD91B}" type="presParOf" srcId="{790B2303-FF5E-4930-8DB1-8EBFC19A935F}" destId="{F497D422-E586-4CF3-B912-222307DB1AF1}" srcOrd="3" destOrd="0" presId="urn:microsoft.com/office/officeart/2018/5/layout/IconCircleLabelList#9"/>
    <dgm:cxn modelId="{00407316-684C-4FCD-BA52-CBD457B68F46}" type="presParOf" srcId="{FB5DECFE-80A9-4B42-992D-E2E6BA47A685}" destId="{AA34999D-90FD-40C4-90FE-54B44B49C216}" srcOrd="1" destOrd="0" presId="urn:microsoft.com/office/officeart/2018/5/layout/IconCircleLabelList#9"/>
    <dgm:cxn modelId="{388992FD-F8CA-4DDD-8CD5-ED012108C4E5}" type="presParOf" srcId="{FB5DECFE-80A9-4B42-992D-E2E6BA47A685}" destId="{9A986550-515A-4BB5-A739-14C607548DB3}" srcOrd="2" destOrd="0" presId="urn:microsoft.com/office/officeart/2018/5/layout/IconCircleLabelList#9"/>
    <dgm:cxn modelId="{730F9FF4-5B0E-499F-87DC-BECE5FBE52C3}" type="presParOf" srcId="{9A986550-515A-4BB5-A739-14C607548DB3}" destId="{84D6A2B4-D034-4471-9540-2B564C1C8C94}" srcOrd="0" destOrd="0" presId="urn:microsoft.com/office/officeart/2018/5/layout/IconCircleLabelList#9"/>
    <dgm:cxn modelId="{352A7C1D-8F7E-4AB4-8A2B-920D5B4FD458}" type="presParOf" srcId="{9A986550-515A-4BB5-A739-14C607548DB3}" destId="{8EA5C1F8-EBAD-49DC-B916-3B1778787CB8}" srcOrd="1" destOrd="0" presId="urn:microsoft.com/office/officeart/2018/5/layout/IconCircleLabelList#9"/>
    <dgm:cxn modelId="{84615C52-EBE1-4478-BDF4-A1875D9A26A1}" type="presParOf" srcId="{9A986550-515A-4BB5-A739-14C607548DB3}" destId="{BAC689FF-3ECF-4171-A0CC-3AED22BE073E}" srcOrd="2" destOrd="0" presId="urn:microsoft.com/office/officeart/2018/5/layout/IconCircleLabelList#9"/>
    <dgm:cxn modelId="{E9D1FD07-46BC-4759-BD3B-FCEF9EA2272D}" type="presParOf" srcId="{9A986550-515A-4BB5-A739-14C607548DB3}" destId="{02334A97-4D09-4C79-B2B5-07BE1FF63668}" srcOrd="3" destOrd="0" presId="urn:microsoft.com/office/officeart/2018/5/layout/IconCircleLabelList#9"/>
    <dgm:cxn modelId="{32158118-16CC-4423-B499-CC184013A528}" type="presParOf" srcId="{FB5DECFE-80A9-4B42-992D-E2E6BA47A685}" destId="{61DC4152-B044-4689-9F48-A6837758D376}" srcOrd="3" destOrd="0" presId="urn:microsoft.com/office/officeart/2018/5/layout/IconCircleLabelList#9"/>
    <dgm:cxn modelId="{D1050746-A1BA-4937-B97C-4A05DE23A4E9}" type="presParOf" srcId="{FB5DECFE-80A9-4B42-992D-E2E6BA47A685}" destId="{FF1FDFD2-62A2-44E9-B424-C307DA4F5EE2}" srcOrd="4" destOrd="0" presId="urn:microsoft.com/office/officeart/2018/5/layout/IconCircleLabelList#9"/>
    <dgm:cxn modelId="{F108FF96-F5E8-41AF-849F-FD57215C9D31}" type="presParOf" srcId="{FF1FDFD2-62A2-44E9-B424-C307DA4F5EE2}" destId="{45ED88D5-1FA1-4FD0-90D9-6371DD60718F}" srcOrd="0" destOrd="0" presId="urn:microsoft.com/office/officeart/2018/5/layout/IconCircleLabelList#9"/>
    <dgm:cxn modelId="{9943573E-2470-4467-8F8E-00B11A99342D}" type="presParOf" srcId="{FF1FDFD2-62A2-44E9-B424-C307DA4F5EE2}" destId="{275F9911-9DBD-4B56-BCFF-7F94F0387671}" srcOrd="1" destOrd="0" presId="urn:microsoft.com/office/officeart/2018/5/layout/IconCircleLabelList#9"/>
    <dgm:cxn modelId="{80BCF5E5-7FDB-444F-8D12-0DED629AE308}" type="presParOf" srcId="{FF1FDFD2-62A2-44E9-B424-C307DA4F5EE2}" destId="{43DB35EC-C7C0-4164-806E-A00DD238F204}" srcOrd="2" destOrd="0" presId="urn:microsoft.com/office/officeart/2018/5/layout/IconCircleLabelList#9"/>
    <dgm:cxn modelId="{F589ED6D-5894-4738-B5C1-85E49A638C47}" type="presParOf" srcId="{FF1FDFD2-62A2-44E9-B424-C307DA4F5EE2}" destId="{C0B93E8E-4067-4888-A70B-28FA0A3F3CD3}" srcOrd="3" destOrd="0" presId="urn:microsoft.com/office/officeart/2018/5/layout/IconCircleLabelList#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D0F07F19-1F50-4B42-A7A0-278DF9D25BB1}" type="doc">
      <dgm:prSet loTypeId="urn:microsoft.com/office/officeart/2005/8/layout/vProcess5" loCatId="process" qsTypeId="urn:microsoft.com/office/officeart/2005/8/quickstyle/simple1" qsCatId="simple" csTypeId="urn:microsoft.com/office/officeart/2005/8/colors/accent1_2" csCatId="accent1" phldr="1"/>
      <dgm:spPr/>
      <dgm:t>
        <a:bodyPr rtlCol="0"/>
        <a:lstStyle>
          <a:defPPr>
            <a:defRPr lang="pt-BR"/>
          </a:defPPr>
        </a:lstStyle>
        <a:p>
          <a:pPr rtl="0"/>
          <a:endParaRPr lang="pt-BR"/>
        </a:p>
      </dgm:t>
    </dgm:pt>
    <dgm:pt modelId="{F05611F0-8256-4954-B6CB-ED6B4F2DD397}">
      <dgm:prSet custT="1"/>
      <dgm:spPr>
        <a:solidFill>
          <a:schemeClr val="accent1"/>
        </a:solidFill>
        <a:ln>
          <a:noFill/>
        </a:ln>
      </dgm:spPr>
      <dgm:t>
        <a:bodyPr lIns="288000" rtlCol="0"/>
        <a:lstStyle>
          <a:defPPr>
            <a:defRPr lang="pt-BR"/>
          </a:defPPr>
        </a:lstStyle>
        <a:p>
          <a:pPr rtl="0"/>
          <a:r>
            <a:rPr lang="pt-BR" sz="2400"/>
            <a:t>Lição 2. </a:t>
          </a:r>
          <a:r>
            <a:rPr lang="pt-BR" sz="1600">
              <a:solidFill>
                <a:schemeClr val="accent1">
                  <a:lumMod val="20000"/>
                  <a:lumOff val="80000"/>
                </a:schemeClr>
              </a:solidFill>
            </a:rPr>
            <a:t>S</a:t>
          </a:r>
          <a:r>
            <a:rPr lang="pt-BR" sz="1600" b="0" i="0">
              <a:solidFill>
                <a:schemeClr val="accent1">
                  <a:lumMod val="20000"/>
                  <a:lumOff val="80000"/>
                </a:schemeClr>
              </a:solidFill>
            </a:rPr>
            <a:t>ed ut perspiciatis unde omnis iste natus error sit voluptatem</a:t>
          </a:r>
          <a:endParaRPr lang="pt-BR" sz="1600" dirty="0">
            <a:solidFill>
              <a:schemeClr val="accent1">
                <a:lumMod val="20000"/>
                <a:lumOff val="80000"/>
              </a:schemeClr>
            </a:solidFill>
          </a:endParaRPr>
        </a:p>
      </dgm:t>
    </dgm:pt>
    <dgm:pt modelId="{CD7328D6-9FAE-4506-9BDB-E06A571EC1D4}" type="parTrans" cxnId="{914FACD2-336A-4471-9E99-312B3F8EAB04}">
      <dgm:prSet/>
      <dgm:spPr/>
      <dgm:t>
        <a:bodyPr rtlCol="0"/>
        <a:lstStyle>
          <a:defPPr>
            <a:defRPr lang="pt-BR"/>
          </a:defPPr>
        </a:lstStyle>
        <a:p>
          <a:pPr rtl="0"/>
          <a:endParaRPr lang="pt-BR"/>
        </a:p>
      </dgm:t>
    </dgm:pt>
    <dgm:pt modelId="{6BD5265A-8333-420D-BDB2-65F10B3EBD76}" type="sibTrans" cxnId="{914FACD2-336A-4471-9E99-312B3F8EAB04}">
      <dgm:prSet/>
      <dgm:spPr>
        <a:solidFill>
          <a:schemeClr val="accent1">
            <a:lumMod val="40000"/>
            <a:lumOff val="60000"/>
          </a:schemeClr>
        </a:solidFill>
        <a:ln>
          <a:noFill/>
        </a:ln>
      </dgm:spPr>
      <dgm:t>
        <a:bodyPr rtlCol="0"/>
        <a:lstStyle>
          <a:defPPr>
            <a:defRPr lang="pt-BR"/>
          </a:defPPr>
        </a:lstStyle>
        <a:p>
          <a:pPr rtl="0"/>
          <a:endParaRPr lang="pt-BR" dirty="0"/>
        </a:p>
      </dgm:t>
    </dgm:pt>
    <dgm:pt modelId="{22625139-F93A-4F3F-A7AA-4923A01AEDF3}">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3. </a:t>
          </a:r>
          <a:r>
            <a:rPr lang="pt-BR" sz="1600">
              <a:solidFill>
                <a:schemeClr val="tx1">
                  <a:alpha val="70000"/>
                </a:schemeClr>
              </a:solidFill>
            </a:rPr>
            <a:t>Lorem ipsum dolor sit amet, consectetuer adipiscing elit</a:t>
          </a:r>
        </a:p>
      </dgm:t>
    </dgm:pt>
    <dgm:pt modelId="{F549A0EB-6BE9-4749-8336-B02A279AE302}" type="parTrans" cxnId="{FC7721F0-429B-4CE7-BE98-C2F3C41FE9C7}">
      <dgm:prSet/>
      <dgm:spPr/>
      <dgm:t>
        <a:bodyPr rtlCol="0"/>
        <a:lstStyle>
          <a:defPPr>
            <a:defRPr lang="pt-BR"/>
          </a:defPPr>
        </a:lstStyle>
        <a:p>
          <a:pPr rtl="0"/>
          <a:endParaRPr lang="pt-BR"/>
        </a:p>
      </dgm:t>
    </dgm:pt>
    <dgm:pt modelId="{A8E2FA08-4DD4-4654-A85D-9A99162D6201}" type="sibTrans" cxnId="{FC7721F0-429B-4CE7-BE98-C2F3C41FE9C7}">
      <dgm:prSet/>
      <dgm:spPr>
        <a:solidFill>
          <a:schemeClr val="accent1">
            <a:lumMod val="40000"/>
            <a:lumOff val="60000"/>
          </a:schemeClr>
        </a:solidFill>
        <a:ln>
          <a:noFill/>
        </a:ln>
      </dgm:spPr>
      <dgm:t>
        <a:bodyPr rtlCol="0"/>
        <a:lstStyle>
          <a:defPPr>
            <a:defRPr lang="pt-BR"/>
          </a:defPPr>
        </a:lstStyle>
        <a:p>
          <a:pPr rtl="0"/>
          <a:endParaRPr lang="pt-BR" dirty="0"/>
        </a:p>
      </dgm:t>
    </dgm:pt>
    <dgm:pt modelId="{140952D0-0E1D-4F48-9F16-53581487CFA0}">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4. </a:t>
          </a:r>
          <a:r>
            <a:rPr lang="pt-BR" sz="1600">
              <a:solidFill>
                <a:schemeClr val="tx1">
                  <a:alpha val="70000"/>
                </a:schemeClr>
              </a:solidFill>
            </a:rPr>
            <a:t>S</a:t>
          </a:r>
          <a:r>
            <a:rPr lang="pt-BR" sz="1600" b="0" i="0">
              <a:solidFill>
                <a:schemeClr val="tx1">
                  <a:alpha val="70000"/>
                </a:schemeClr>
              </a:solidFill>
            </a:rPr>
            <a:t>ed ut perspiciatis unde omnis iste natus error sit voluptatem</a:t>
          </a:r>
          <a:endParaRPr lang="pt-BR" sz="1600" dirty="0">
            <a:solidFill>
              <a:schemeClr val="tx1">
                <a:alpha val="70000"/>
              </a:schemeClr>
            </a:solidFill>
          </a:endParaRPr>
        </a:p>
      </dgm:t>
    </dgm:pt>
    <dgm:pt modelId="{790C446F-6917-41E7-BE01-7AFE2676D505}" type="parTrans" cxnId="{B07163E8-ADEC-492A-8F07-7E5786AB23AE}">
      <dgm:prSet/>
      <dgm:spPr/>
      <dgm:t>
        <a:bodyPr rtlCol="0"/>
        <a:lstStyle>
          <a:defPPr>
            <a:defRPr lang="pt-BR"/>
          </a:defPPr>
        </a:lstStyle>
        <a:p>
          <a:pPr rtl="0"/>
          <a:endParaRPr lang="pt-BR"/>
        </a:p>
      </dgm:t>
    </dgm:pt>
    <dgm:pt modelId="{2804F27C-9BA9-4D07-AB02-74BE7DFA2C0E}" type="sibTrans" cxnId="{B07163E8-ADEC-492A-8F07-7E5786AB23AE}">
      <dgm:prSet/>
      <dgm:spPr>
        <a:solidFill>
          <a:schemeClr val="accent1">
            <a:lumMod val="40000"/>
            <a:lumOff val="60000"/>
          </a:schemeClr>
        </a:solidFill>
        <a:ln>
          <a:noFill/>
        </a:ln>
      </dgm:spPr>
      <dgm:t>
        <a:bodyPr rtlCol="0"/>
        <a:lstStyle>
          <a:defPPr>
            <a:defRPr lang="pt-BR"/>
          </a:defPPr>
        </a:lstStyle>
        <a:p>
          <a:pPr rtl="0"/>
          <a:endParaRPr lang="pt-BR" dirty="0"/>
        </a:p>
      </dgm:t>
    </dgm:pt>
    <dgm:pt modelId="{C2F8C7F7-44C4-414A-BCCD-56E91DD0A777}">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5. </a:t>
          </a:r>
          <a:r>
            <a:rPr lang="pt-BR" sz="1600">
              <a:solidFill>
                <a:schemeClr val="tx1">
                  <a:alpha val="70000"/>
                </a:schemeClr>
              </a:solidFill>
            </a:rPr>
            <a:t>Lorem ipsum dolor sit amet, consectetuer adipiscing elit</a:t>
          </a:r>
          <a:r>
            <a:rPr lang="pt-BR" sz="1600">
              <a:solidFill>
                <a:schemeClr val="accent1">
                  <a:lumMod val="60000"/>
                  <a:lumOff val="40000"/>
                  <a:alpha val="70000"/>
                </a:schemeClr>
              </a:solidFill>
            </a:rPr>
            <a:t> </a:t>
          </a:r>
        </a:p>
      </dgm:t>
    </dgm:pt>
    <dgm:pt modelId="{E6C6DF88-9436-40D7-BA84-18FE896A6151}" type="parTrans" cxnId="{14D43B81-F92D-4CD8-9D1E-78CBF092C750}">
      <dgm:prSet/>
      <dgm:spPr/>
      <dgm:t>
        <a:bodyPr rtlCol="0"/>
        <a:lstStyle>
          <a:defPPr>
            <a:defRPr lang="pt-BR"/>
          </a:defPPr>
        </a:lstStyle>
        <a:p>
          <a:pPr rtl="0"/>
          <a:endParaRPr lang="pt-BR"/>
        </a:p>
      </dgm:t>
    </dgm:pt>
    <dgm:pt modelId="{4E39967D-43EF-4F15-814A-2F491D900D43}" type="sibTrans" cxnId="{14D43B81-F92D-4CD8-9D1E-78CBF092C750}">
      <dgm:prSet/>
      <dgm:spPr/>
      <dgm:t>
        <a:bodyPr rtlCol="0"/>
        <a:lstStyle>
          <a:defPPr>
            <a:defRPr lang="pt-BR"/>
          </a:defPPr>
        </a:lstStyle>
        <a:p>
          <a:pPr rtl="0"/>
          <a:endParaRPr lang="pt-BR"/>
        </a:p>
      </dgm:t>
    </dgm:pt>
    <dgm:pt modelId="{2EE95FC5-CD6B-4A50-9262-DC414E16C3EA}">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1.</a:t>
          </a:r>
          <a:r>
            <a:rPr lang="pt-BR" sz="3200">
              <a:solidFill>
                <a:schemeClr val="accent1">
                  <a:lumMod val="50000"/>
                </a:schemeClr>
              </a:solidFill>
            </a:rPr>
            <a:t> </a:t>
          </a:r>
          <a:r>
            <a:rPr lang="pt-BR" sz="1600">
              <a:solidFill>
                <a:schemeClr val="tx1">
                  <a:alpha val="70000"/>
                </a:schemeClr>
              </a:solidFill>
            </a:rPr>
            <a:t>Lorem ipsum dolor sit amet, consectetuer adipiscing elit</a:t>
          </a:r>
          <a:endParaRPr lang="pt-BR" sz="2000" dirty="0">
            <a:solidFill>
              <a:schemeClr val="tx1">
                <a:alpha val="70000"/>
              </a:schemeClr>
            </a:solidFill>
          </a:endParaRPr>
        </a:p>
      </dgm:t>
    </dgm:pt>
    <dgm:pt modelId="{C99EBBB1-E916-471C-83C9-ABE85B42AC26}" type="sibTrans" cxnId="{B3F19EC2-A372-4EC3-BFE0-C62FFDFE3DF6}">
      <dgm:prSet/>
      <dgm:spPr>
        <a:solidFill>
          <a:schemeClr val="accent1">
            <a:lumMod val="40000"/>
            <a:lumOff val="60000"/>
          </a:schemeClr>
        </a:solidFill>
        <a:ln>
          <a:noFill/>
        </a:ln>
      </dgm:spPr>
      <dgm:t>
        <a:bodyPr rtlCol="0"/>
        <a:lstStyle>
          <a:defPPr>
            <a:defRPr lang="pt-BR"/>
          </a:defPPr>
        </a:lstStyle>
        <a:p>
          <a:pPr rtl="0"/>
          <a:endParaRPr lang="pt-BR" dirty="0"/>
        </a:p>
      </dgm:t>
    </dgm:pt>
    <dgm:pt modelId="{75374347-884B-4721-8CFF-DF080F5B1C79}" type="parTrans" cxnId="{B3F19EC2-A372-4EC3-BFE0-C62FFDFE3DF6}">
      <dgm:prSet/>
      <dgm:spPr/>
      <dgm:t>
        <a:bodyPr rtlCol="0"/>
        <a:lstStyle>
          <a:defPPr>
            <a:defRPr lang="pt-BR"/>
          </a:defPPr>
        </a:lstStyle>
        <a:p>
          <a:pPr rtl="0"/>
          <a:endParaRPr lang="pt-BR"/>
        </a:p>
      </dgm:t>
    </dgm:pt>
    <dgm:pt modelId="{F7C64FE4-B743-4173-AF38-E15B373860BB}" type="pres">
      <dgm:prSet presAssocID="{D0F07F19-1F50-4B42-A7A0-278DF9D25BB1}" presName="outerComposite" presStyleCnt="0">
        <dgm:presLayoutVars>
          <dgm:chMax val="5"/>
          <dgm:dir/>
          <dgm:resizeHandles val="exact"/>
        </dgm:presLayoutVars>
      </dgm:prSet>
      <dgm:spPr/>
    </dgm:pt>
    <dgm:pt modelId="{38EDE452-776E-43EB-9FFD-1764B73AB173}" type="pres">
      <dgm:prSet presAssocID="{D0F07F19-1F50-4B42-A7A0-278DF9D25BB1}" presName="dummyMaxCanvas" presStyleCnt="0">
        <dgm:presLayoutVars/>
      </dgm:prSet>
      <dgm:spPr/>
    </dgm:pt>
    <dgm:pt modelId="{25D33812-34D6-4226-A6D4-51F7D7EAA1C7}" type="pres">
      <dgm:prSet presAssocID="{D0F07F19-1F50-4B42-A7A0-278DF9D25BB1}" presName="FiveNodes_1" presStyleLbl="node1" presStyleIdx="0" presStyleCnt="5" custLinFactNeighborX="4" custLinFactNeighborY="-8469">
        <dgm:presLayoutVars>
          <dgm:bulletEnabled val="1"/>
        </dgm:presLayoutVars>
      </dgm:prSet>
      <dgm:spPr>
        <a:prstGeom prst="rect">
          <a:avLst/>
        </a:prstGeom>
      </dgm:spPr>
    </dgm:pt>
    <dgm:pt modelId="{7C86B145-1C2E-46BD-BE62-C42C80C5A654}" type="pres">
      <dgm:prSet presAssocID="{D0F07F19-1F50-4B42-A7A0-278DF9D25BB1}" presName="FiveNodes_2" presStyleLbl="node1" presStyleIdx="1" presStyleCnt="5">
        <dgm:presLayoutVars>
          <dgm:bulletEnabled val="1"/>
        </dgm:presLayoutVars>
      </dgm:prSet>
      <dgm:spPr>
        <a:prstGeom prst="rect">
          <a:avLst/>
        </a:prstGeom>
      </dgm:spPr>
    </dgm:pt>
    <dgm:pt modelId="{862B5B41-53F5-454A-B8E6-70B721DC8B9A}" type="pres">
      <dgm:prSet presAssocID="{D0F07F19-1F50-4B42-A7A0-278DF9D25BB1}" presName="FiveNodes_3" presStyleLbl="node1" presStyleIdx="2" presStyleCnt="5">
        <dgm:presLayoutVars>
          <dgm:bulletEnabled val="1"/>
        </dgm:presLayoutVars>
      </dgm:prSet>
      <dgm:spPr>
        <a:prstGeom prst="rect">
          <a:avLst/>
        </a:prstGeom>
      </dgm:spPr>
    </dgm:pt>
    <dgm:pt modelId="{D134E212-FDD1-424A-968F-869017AD5171}" type="pres">
      <dgm:prSet presAssocID="{D0F07F19-1F50-4B42-A7A0-278DF9D25BB1}" presName="FiveNodes_4" presStyleLbl="node1" presStyleIdx="3" presStyleCnt="5">
        <dgm:presLayoutVars>
          <dgm:bulletEnabled val="1"/>
        </dgm:presLayoutVars>
      </dgm:prSet>
      <dgm:spPr>
        <a:prstGeom prst="rect">
          <a:avLst/>
        </a:prstGeom>
      </dgm:spPr>
    </dgm:pt>
    <dgm:pt modelId="{9CB462FF-72B3-4BFA-B916-65C5CB432162}" type="pres">
      <dgm:prSet presAssocID="{D0F07F19-1F50-4B42-A7A0-278DF9D25BB1}" presName="FiveNodes_5" presStyleLbl="node1" presStyleIdx="4" presStyleCnt="5">
        <dgm:presLayoutVars>
          <dgm:bulletEnabled val="1"/>
        </dgm:presLayoutVars>
      </dgm:prSet>
      <dgm:spPr>
        <a:prstGeom prst="rect">
          <a:avLst/>
        </a:prstGeom>
      </dgm:spPr>
    </dgm:pt>
    <dgm:pt modelId="{0CB2EC4F-D832-4AE2-86CC-14F684CFA4E5}" type="pres">
      <dgm:prSet presAssocID="{D0F07F19-1F50-4B42-A7A0-278DF9D25BB1}" presName="FiveConn_1-2" presStyleLbl="fgAccFollowNode1" presStyleIdx="0" presStyleCnt="4" custLinFactNeighborX="-50815">
        <dgm:presLayoutVars>
          <dgm:bulletEnabled val="1"/>
        </dgm:presLayoutVars>
      </dgm:prSet>
      <dgm:spPr/>
    </dgm:pt>
    <dgm:pt modelId="{03DA9257-7161-48BA-BB8E-B2323EF3B158}" type="pres">
      <dgm:prSet presAssocID="{D0F07F19-1F50-4B42-A7A0-278DF9D25BB1}" presName="FiveConn_2-3" presStyleLbl="fgAccFollowNode1" presStyleIdx="1" presStyleCnt="4" custLinFactNeighborX="-50815">
        <dgm:presLayoutVars>
          <dgm:bulletEnabled val="1"/>
        </dgm:presLayoutVars>
      </dgm:prSet>
      <dgm:spPr/>
    </dgm:pt>
    <dgm:pt modelId="{6FEE3320-F765-411D-B4AD-9D1CFC5DEDDD}" type="pres">
      <dgm:prSet presAssocID="{D0F07F19-1F50-4B42-A7A0-278DF9D25BB1}" presName="FiveConn_3-4" presStyleLbl="fgAccFollowNode1" presStyleIdx="2" presStyleCnt="4" custLinFactNeighborX="-50815">
        <dgm:presLayoutVars>
          <dgm:bulletEnabled val="1"/>
        </dgm:presLayoutVars>
      </dgm:prSet>
      <dgm:spPr/>
    </dgm:pt>
    <dgm:pt modelId="{E32DC1E0-C267-4605-BE6F-5701FC898420}" type="pres">
      <dgm:prSet presAssocID="{D0F07F19-1F50-4B42-A7A0-278DF9D25BB1}" presName="FiveConn_4-5" presStyleLbl="fgAccFollowNode1" presStyleIdx="3" presStyleCnt="4" custLinFactNeighborX="-50815">
        <dgm:presLayoutVars>
          <dgm:bulletEnabled val="1"/>
        </dgm:presLayoutVars>
      </dgm:prSet>
      <dgm:spPr/>
    </dgm:pt>
    <dgm:pt modelId="{A130DAD6-1C3C-4736-BA6C-AFB4505579B9}" type="pres">
      <dgm:prSet presAssocID="{D0F07F19-1F50-4B42-A7A0-278DF9D25BB1}" presName="FiveNodes_1_text" presStyleLbl="node1" presStyleIdx="4" presStyleCnt="5">
        <dgm:presLayoutVars>
          <dgm:bulletEnabled val="1"/>
        </dgm:presLayoutVars>
      </dgm:prSet>
      <dgm:spPr/>
    </dgm:pt>
    <dgm:pt modelId="{34150CD5-279D-4D74-89D1-64AAFB7C488C}" type="pres">
      <dgm:prSet presAssocID="{D0F07F19-1F50-4B42-A7A0-278DF9D25BB1}" presName="FiveNodes_2_text" presStyleLbl="node1" presStyleIdx="4" presStyleCnt="5">
        <dgm:presLayoutVars>
          <dgm:bulletEnabled val="1"/>
        </dgm:presLayoutVars>
      </dgm:prSet>
      <dgm:spPr/>
    </dgm:pt>
    <dgm:pt modelId="{11D22318-0819-466B-8466-17D55738B7D7}" type="pres">
      <dgm:prSet presAssocID="{D0F07F19-1F50-4B42-A7A0-278DF9D25BB1}" presName="FiveNodes_3_text" presStyleLbl="node1" presStyleIdx="4" presStyleCnt="5">
        <dgm:presLayoutVars>
          <dgm:bulletEnabled val="1"/>
        </dgm:presLayoutVars>
      </dgm:prSet>
      <dgm:spPr/>
    </dgm:pt>
    <dgm:pt modelId="{5F7690F5-2C8D-406A-80FD-BB328C770292}" type="pres">
      <dgm:prSet presAssocID="{D0F07F19-1F50-4B42-A7A0-278DF9D25BB1}" presName="FiveNodes_4_text" presStyleLbl="node1" presStyleIdx="4" presStyleCnt="5">
        <dgm:presLayoutVars>
          <dgm:bulletEnabled val="1"/>
        </dgm:presLayoutVars>
      </dgm:prSet>
      <dgm:spPr/>
    </dgm:pt>
    <dgm:pt modelId="{77F75BF2-0CEF-4F30-A326-AB2D35C7411C}" type="pres">
      <dgm:prSet presAssocID="{D0F07F19-1F50-4B42-A7A0-278DF9D25BB1}" presName="FiveNodes_5_text" presStyleLbl="node1" presStyleIdx="4" presStyleCnt="5">
        <dgm:presLayoutVars>
          <dgm:bulletEnabled val="1"/>
        </dgm:presLayoutVars>
      </dgm:prSet>
      <dgm:spPr/>
    </dgm:pt>
  </dgm:ptLst>
  <dgm:cxnLst>
    <dgm:cxn modelId="{0FE1A00A-23A6-4F26-952E-314F937E5249}" type="presOf" srcId="{140952D0-0E1D-4F48-9F16-53581487CFA0}" destId="{D134E212-FDD1-424A-968F-869017AD5171}" srcOrd="0" destOrd="0" presId="urn:microsoft.com/office/officeart/2005/8/layout/vProcess5"/>
    <dgm:cxn modelId="{9E36192A-F7A0-4E6F-994F-52DDB618BFA0}" type="presOf" srcId="{D0F07F19-1F50-4B42-A7A0-278DF9D25BB1}" destId="{F7C64FE4-B743-4173-AF38-E15B373860BB}" srcOrd="0" destOrd="0" presId="urn:microsoft.com/office/officeart/2005/8/layout/vProcess5"/>
    <dgm:cxn modelId="{8351933B-04D2-436A-A0EE-7A82DB5F9748}" type="presOf" srcId="{F05611F0-8256-4954-B6CB-ED6B4F2DD397}" destId="{7C86B145-1C2E-46BD-BE62-C42C80C5A654}" srcOrd="0" destOrd="0" presId="urn:microsoft.com/office/officeart/2005/8/layout/vProcess5"/>
    <dgm:cxn modelId="{F9537061-193E-4768-B1F8-09003599B7A2}" type="presOf" srcId="{2EE95FC5-CD6B-4A50-9262-DC414E16C3EA}" destId="{A130DAD6-1C3C-4736-BA6C-AFB4505579B9}" srcOrd="1" destOrd="0" presId="urn:microsoft.com/office/officeart/2005/8/layout/vProcess5"/>
    <dgm:cxn modelId="{485ECF6E-F3E1-44D9-A505-EB159DE97BF4}" type="presOf" srcId="{C99EBBB1-E916-471C-83C9-ABE85B42AC26}" destId="{0CB2EC4F-D832-4AE2-86CC-14F684CFA4E5}" srcOrd="0" destOrd="0" presId="urn:microsoft.com/office/officeart/2005/8/layout/vProcess5"/>
    <dgm:cxn modelId="{E11F9D73-278E-422F-9414-F80754447242}" type="presOf" srcId="{F05611F0-8256-4954-B6CB-ED6B4F2DD397}" destId="{34150CD5-279D-4D74-89D1-64AAFB7C488C}" srcOrd="1" destOrd="0" presId="urn:microsoft.com/office/officeart/2005/8/layout/vProcess5"/>
    <dgm:cxn modelId="{14D43B81-F92D-4CD8-9D1E-78CBF092C750}" srcId="{D0F07F19-1F50-4B42-A7A0-278DF9D25BB1}" destId="{C2F8C7F7-44C4-414A-BCCD-56E91DD0A777}" srcOrd="4" destOrd="0" parTransId="{E6C6DF88-9436-40D7-BA84-18FE896A6151}" sibTransId="{4E39967D-43EF-4F15-814A-2F491D900D43}"/>
    <dgm:cxn modelId="{1FDFC784-73EE-4B55-8533-319A43CCC3B0}" type="presOf" srcId="{140952D0-0E1D-4F48-9F16-53581487CFA0}" destId="{5F7690F5-2C8D-406A-80FD-BB328C770292}" srcOrd="1" destOrd="0" presId="urn:microsoft.com/office/officeart/2005/8/layout/vProcess5"/>
    <dgm:cxn modelId="{1B0C7E86-3032-4F0C-9F06-8047268B8643}" type="presOf" srcId="{2EE95FC5-CD6B-4A50-9262-DC414E16C3EA}" destId="{25D33812-34D6-4226-A6D4-51F7D7EAA1C7}" srcOrd="0" destOrd="0" presId="urn:microsoft.com/office/officeart/2005/8/layout/vProcess5"/>
    <dgm:cxn modelId="{99034B8C-A855-490D-80D9-75A43CE3708E}" type="presOf" srcId="{22625139-F93A-4F3F-A7AA-4923A01AEDF3}" destId="{862B5B41-53F5-454A-B8E6-70B721DC8B9A}" srcOrd="0" destOrd="0" presId="urn:microsoft.com/office/officeart/2005/8/layout/vProcess5"/>
    <dgm:cxn modelId="{7BADF88F-51D4-49BB-A339-04018A869FEB}" type="presOf" srcId="{22625139-F93A-4F3F-A7AA-4923A01AEDF3}" destId="{11D22318-0819-466B-8466-17D55738B7D7}" srcOrd="1" destOrd="0" presId="urn:microsoft.com/office/officeart/2005/8/layout/vProcess5"/>
    <dgm:cxn modelId="{A9BB079A-D288-40FF-A4BD-812C9A8FAA68}" type="presOf" srcId="{C2F8C7F7-44C4-414A-BCCD-56E91DD0A777}" destId="{9CB462FF-72B3-4BFA-B916-65C5CB432162}" srcOrd="0" destOrd="0" presId="urn:microsoft.com/office/officeart/2005/8/layout/vProcess5"/>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82149EE0-57D4-40ED-8BE4-EFDD781B1BE1}" type="presOf" srcId="{2804F27C-9BA9-4D07-AB02-74BE7DFA2C0E}" destId="{E32DC1E0-C267-4605-BE6F-5701FC898420}" srcOrd="0" destOrd="0" presId="urn:microsoft.com/office/officeart/2005/8/layout/vProcess5"/>
    <dgm:cxn modelId="{56406FE1-5406-4C01-BF01-F2CE5B3CB37F}" type="presOf" srcId="{6BD5265A-8333-420D-BDB2-65F10B3EBD76}" destId="{03DA9257-7161-48BA-BB8E-B2323EF3B158}" srcOrd="0" destOrd="0" presId="urn:microsoft.com/office/officeart/2005/8/layout/vProcess5"/>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15F175F0-C7FA-4E61-82A4-7C1B46EB3DA2}" type="presOf" srcId="{A8E2FA08-4DD4-4654-A85D-9A99162D6201}" destId="{6FEE3320-F765-411D-B4AD-9D1CFC5DEDDD}" srcOrd="0" destOrd="0" presId="urn:microsoft.com/office/officeart/2005/8/layout/vProcess5"/>
    <dgm:cxn modelId="{9B4632FC-4573-46D2-9511-7A26ED798FF0}" type="presOf" srcId="{C2F8C7F7-44C4-414A-BCCD-56E91DD0A777}" destId="{77F75BF2-0CEF-4F30-A326-AB2D35C7411C}" srcOrd="1" destOrd="0" presId="urn:microsoft.com/office/officeart/2005/8/layout/vProcess5"/>
    <dgm:cxn modelId="{893DC0C3-8466-4BE3-AEFA-2743167A1ED0}" type="presParOf" srcId="{F7C64FE4-B743-4173-AF38-E15B373860BB}" destId="{38EDE452-776E-43EB-9FFD-1764B73AB173}" srcOrd="0" destOrd="0" presId="urn:microsoft.com/office/officeart/2005/8/layout/vProcess5"/>
    <dgm:cxn modelId="{D67FC091-84D1-45A6-A498-38CB49EF5C68}" type="presParOf" srcId="{F7C64FE4-B743-4173-AF38-E15B373860BB}" destId="{25D33812-34D6-4226-A6D4-51F7D7EAA1C7}" srcOrd="1" destOrd="0" presId="urn:microsoft.com/office/officeart/2005/8/layout/vProcess5"/>
    <dgm:cxn modelId="{62FAF470-57FB-42EF-A2A2-A1AE3292F1EA}" type="presParOf" srcId="{F7C64FE4-B743-4173-AF38-E15B373860BB}" destId="{7C86B145-1C2E-46BD-BE62-C42C80C5A654}" srcOrd="2" destOrd="0" presId="urn:microsoft.com/office/officeart/2005/8/layout/vProcess5"/>
    <dgm:cxn modelId="{369292A9-817E-4BFB-93B0-8218A9EE9166}" type="presParOf" srcId="{F7C64FE4-B743-4173-AF38-E15B373860BB}" destId="{862B5B41-53F5-454A-B8E6-70B721DC8B9A}" srcOrd="3" destOrd="0" presId="urn:microsoft.com/office/officeart/2005/8/layout/vProcess5"/>
    <dgm:cxn modelId="{CEEF7AE8-8659-43E6-95C3-9FD4D0DCFC43}" type="presParOf" srcId="{F7C64FE4-B743-4173-AF38-E15B373860BB}" destId="{D134E212-FDD1-424A-968F-869017AD5171}" srcOrd="4" destOrd="0" presId="urn:microsoft.com/office/officeart/2005/8/layout/vProcess5"/>
    <dgm:cxn modelId="{0311475E-4F93-4892-BE4B-86C622D97CFB}" type="presParOf" srcId="{F7C64FE4-B743-4173-AF38-E15B373860BB}" destId="{9CB462FF-72B3-4BFA-B916-65C5CB432162}" srcOrd="5" destOrd="0" presId="urn:microsoft.com/office/officeart/2005/8/layout/vProcess5"/>
    <dgm:cxn modelId="{E89DF94A-4045-4C8F-A9FB-CAC7F98EF112}" type="presParOf" srcId="{F7C64FE4-B743-4173-AF38-E15B373860BB}" destId="{0CB2EC4F-D832-4AE2-86CC-14F684CFA4E5}" srcOrd="6" destOrd="0" presId="urn:microsoft.com/office/officeart/2005/8/layout/vProcess5"/>
    <dgm:cxn modelId="{78DB7A5B-08E6-4494-8716-3E031BF46BD6}" type="presParOf" srcId="{F7C64FE4-B743-4173-AF38-E15B373860BB}" destId="{03DA9257-7161-48BA-BB8E-B2323EF3B158}" srcOrd="7" destOrd="0" presId="urn:microsoft.com/office/officeart/2005/8/layout/vProcess5"/>
    <dgm:cxn modelId="{B8212E95-1A15-4A8C-BC26-C76A84E0F2A2}" type="presParOf" srcId="{F7C64FE4-B743-4173-AF38-E15B373860BB}" destId="{6FEE3320-F765-411D-B4AD-9D1CFC5DEDDD}" srcOrd="8" destOrd="0" presId="urn:microsoft.com/office/officeart/2005/8/layout/vProcess5"/>
    <dgm:cxn modelId="{288A9D90-0DCF-4967-B280-A2B2D4648682}" type="presParOf" srcId="{F7C64FE4-B743-4173-AF38-E15B373860BB}" destId="{E32DC1E0-C267-4605-BE6F-5701FC898420}" srcOrd="9" destOrd="0" presId="urn:microsoft.com/office/officeart/2005/8/layout/vProcess5"/>
    <dgm:cxn modelId="{68599145-9665-42CA-9652-5890A0952F28}" type="presParOf" srcId="{F7C64FE4-B743-4173-AF38-E15B373860BB}" destId="{A130DAD6-1C3C-4736-BA6C-AFB4505579B9}" srcOrd="10" destOrd="0" presId="urn:microsoft.com/office/officeart/2005/8/layout/vProcess5"/>
    <dgm:cxn modelId="{8E296F24-C5D7-4CB5-91F0-C0FAC0744963}" type="presParOf" srcId="{F7C64FE4-B743-4173-AF38-E15B373860BB}" destId="{34150CD5-279D-4D74-89D1-64AAFB7C488C}" srcOrd="11" destOrd="0" presId="urn:microsoft.com/office/officeart/2005/8/layout/vProcess5"/>
    <dgm:cxn modelId="{619B085F-AA9E-49A5-81F5-7FDB54B1956D}" type="presParOf" srcId="{F7C64FE4-B743-4173-AF38-E15B373860BB}" destId="{11D22318-0819-466B-8466-17D55738B7D7}" srcOrd="12" destOrd="0" presId="urn:microsoft.com/office/officeart/2005/8/layout/vProcess5"/>
    <dgm:cxn modelId="{06F85501-EF54-4751-BE2B-F673EB5C732A}" type="presParOf" srcId="{F7C64FE4-B743-4173-AF38-E15B373860BB}" destId="{5F7690F5-2C8D-406A-80FD-BB328C770292}" srcOrd="13" destOrd="0" presId="urn:microsoft.com/office/officeart/2005/8/layout/vProcess5"/>
    <dgm:cxn modelId="{86FFED00-5FFB-4C50-9751-A96BEB1551C0}" type="presParOf" srcId="{F7C64FE4-B743-4173-AF38-E15B373860BB}" destId="{77F75BF2-0CEF-4F30-A326-AB2D35C7411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D0F07F19-1F50-4B42-A7A0-278DF9D25BB1}" type="doc">
      <dgm:prSet loTypeId="urn:microsoft.com/office/officeart/2005/8/layout/vProcess5" loCatId="process" qsTypeId="urn:microsoft.com/office/officeart/2005/8/quickstyle/simple1" qsCatId="simple" csTypeId="urn:microsoft.com/office/officeart/2005/8/colors/accent1_2" csCatId="accent1" phldr="1"/>
      <dgm:spPr/>
      <dgm:t>
        <a:bodyPr rtlCol="0"/>
        <a:lstStyle>
          <a:defPPr>
            <a:defRPr lang="pt-BR"/>
          </a:defPPr>
        </a:lstStyle>
        <a:p>
          <a:pPr rtl="0"/>
          <a:endParaRPr lang="pt-BR"/>
        </a:p>
      </dgm:t>
    </dgm:pt>
    <dgm:pt modelId="{F05611F0-8256-4954-B6CB-ED6B4F2DD397}">
      <dgm:prSet custT="1"/>
      <dgm:spPr>
        <a:solidFill>
          <a:schemeClr val="accent1"/>
        </a:solidFill>
        <a:ln>
          <a:noFill/>
        </a:ln>
      </dgm:spPr>
      <dgm:t>
        <a:bodyPr lIns="288000" rtlCol="0"/>
        <a:lstStyle>
          <a:defPPr>
            <a:defRPr lang="pt-BR"/>
          </a:defPPr>
        </a:lstStyle>
        <a:p>
          <a:pPr rtl="0"/>
          <a:r>
            <a:rPr lang="pt-BR" sz="2400"/>
            <a:t>Lição 2. </a:t>
          </a:r>
          <a:r>
            <a:rPr lang="pt-BR" sz="1600">
              <a:solidFill>
                <a:schemeClr val="accent1">
                  <a:lumMod val="20000"/>
                  <a:lumOff val="80000"/>
                </a:schemeClr>
              </a:solidFill>
            </a:rPr>
            <a:t>S</a:t>
          </a:r>
          <a:r>
            <a:rPr lang="pt-BR" sz="1600" b="0" i="0">
              <a:solidFill>
                <a:schemeClr val="accent1">
                  <a:lumMod val="20000"/>
                  <a:lumOff val="80000"/>
                </a:schemeClr>
              </a:solidFill>
            </a:rPr>
            <a:t>ed ut perspiciatis unde omnis iste natus error sit voluptatem</a:t>
          </a:r>
          <a:endParaRPr lang="pt-BR" sz="1600" dirty="0">
            <a:solidFill>
              <a:schemeClr val="accent1">
                <a:lumMod val="20000"/>
                <a:lumOff val="80000"/>
              </a:schemeClr>
            </a:solidFill>
          </a:endParaRPr>
        </a:p>
      </dgm:t>
    </dgm:pt>
    <dgm:pt modelId="{CD7328D6-9FAE-4506-9BDB-E06A571EC1D4}" type="parTrans" cxnId="{914FACD2-336A-4471-9E99-312B3F8EAB04}">
      <dgm:prSet/>
      <dgm:spPr/>
      <dgm:t>
        <a:bodyPr rtlCol="0"/>
        <a:lstStyle>
          <a:defPPr>
            <a:defRPr lang="pt-BR"/>
          </a:defPPr>
        </a:lstStyle>
        <a:p>
          <a:pPr rtl="0"/>
          <a:endParaRPr lang="pt-BR"/>
        </a:p>
      </dgm:t>
    </dgm:pt>
    <dgm:pt modelId="{6BD5265A-8333-420D-BDB2-65F10B3EBD76}" type="sibTrans" cxnId="{914FACD2-336A-4471-9E99-312B3F8EAB04}">
      <dgm:prSet/>
      <dgm:spPr>
        <a:solidFill>
          <a:schemeClr val="accent1">
            <a:lumMod val="40000"/>
            <a:lumOff val="60000"/>
          </a:schemeClr>
        </a:solidFill>
        <a:ln>
          <a:noFill/>
        </a:ln>
      </dgm:spPr>
      <dgm:t>
        <a:bodyPr rtlCol="0"/>
        <a:lstStyle>
          <a:defPPr>
            <a:defRPr lang="pt-BR"/>
          </a:defPPr>
        </a:lstStyle>
        <a:p>
          <a:pPr rtl="0"/>
          <a:endParaRPr lang="pt-BR" dirty="0"/>
        </a:p>
      </dgm:t>
    </dgm:pt>
    <dgm:pt modelId="{22625139-F93A-4F3F-A7AA-4923A01AEDF3}">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3. </a:t>
          </a:r>
          <a:r>
            <a:rPr lang="pt-BR" sz="1600">
              <a:solidFill>
                <a:schemeClr val="tx1">
                  <a:alpha val="70000"/>
                </a:schemeClr>
              </a:solidFill>
            </a:rPr>
            <a:t>Lorem ipsum dolor sit amet, consectetuer adipiscing elit</a:t>
          </a:r>
        </a:p>
      </dgm:t>
    </dgm:pt>
    <dgm:pt modelId="{F549A0EB-6BE9-4749-8336-B02A279AE302}" type="parTrans" cxnId="{FC7721F0-429B-4CE7-BE98-C2F3C41FE9C7}">
      <dgm:prSet/>
      <dgm:spPr/>
      <dgm:t>
        <a:bodyPr rtlCol="0"/>
        <a:lstStyle>
          <a:defPPr>
            <a:defRPr lang="pt-BR"/>
          </a:defPPr>
        </a:lstStyle>
        <a:p>
          <a:pPr rtl="0"/>
          <a:endParaRPr lang="pt-BR"/>
        </a:p>
      </dgm:t>
    </dgm:pt>
    <dgm:pt modelId="{A8E2FA08-4DD4-4654-A85D-9A99162D6201}" type="sibTrans" cxnId="{FC7721F0-429B-4CE7-BE98-C2F3C41FE9C7}">
      <dgm:prSet/>
      <dgm:spPr>
        <a:solidFill>
          <a:schemeClr val="accent1">
            <a:lumMod val="40000"/>
            <a:lumOff val="60000"/>
          </a:schemeClr>
        </a:solidFill>
        <a:ln>
          <a:noFill/>
        </a:ln>
      </dgm:spPr>
      <dgm:t>
        <a:bodyPr rtlCol="0"/>
        <a:lstStyle>
          <a:defPPr>
            <a:defRPr lang="pt-BR"/>
          </a:defPPr>
        </a:lstStyle>
        <a:p>
          <a:pPr rtl="0"/>
          <a:endParaRPr lang="pt-BR" dirty="0"/>
        </a:p>
      </dgm:t>
    </dgm:pt>
    <dgm:pt modelId="{140952D0-0E1D-4F48-9F16-53581487CFA0}">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4. </a:t>
          </a:r>
          <a:r>
            <a:rPr lang="pt-BR" sz="1600">
              <a:solidFill>
                <a:schemeClr val="tx1">
                  <a:alpha val="70000"/>
                </a:schemeClr>
              </a:solidFill>
            </a:rPr>
            <a:t>S</a:t>
          </a:r>
          <a:r>
            <a:rPr lang="pt-BR" sz="1600" b="0" i="0">
              <a:solidFill>
                <a:schemeClr val="tx1">
                  <a:alpha val="70000"/>
                </a:schemeClr>
              </a:solidFill>
            </a:rPr>
            <a:t>ed ut perspiciatis unde omnis iste natus error sit voluptatem</a:t>
          </a:r>
          <a:endParaRPr lang="pt-BR" sz="1600" dirty="0">
            <a:solidFill>
              <a:schemeClr val="tx1">
                <a:alpha val="70000"/>
              </a:schemeClr>
            </a:solidFill>
          </a:endParaRPr>
        </a:p>
      </dgm:t>
    </dgm:pt>
    <dgm:pt modelId="{790C446F-6917-41E7-BE01-7AFE2676D505}" type="parTrans" cxnId="{B07163E8-ADEC-492A-8F07-7E5786AB23AE}">
      <dgm:prSet/>
      <dgm:spPr/>
      <dgm:t>
        <a:bodyPr rtlCol="0"/>
        <a:lstStyle>
          <a:defPPr>
            <a:defRPr lang="pt-BR"/>
          </a:defPPr>
        </a:lstStyle>
        <a:p>
          <a:pPr rtl="0"/>
          <a:endParaRPr lang="pt-BR"/>
        </a:p>
      </dgm:t>
    </dgm:pt>
    <dgm:pt modelId="{2804F27C-9BA9-4D07-AB02-74BE7DFA2C0E}" type="sibTrans" cxnId="{B07163E8-ADEC-492A-8F07-7E5786AB23AE}">
      <dgm:prSet/>
      <dgm:spPr>
        <a:solidFill>
          <a:schemeClr val="accent1">
            <a:lumMod val="40000"/>
            <a:lumOff val="60000"/>
          </a:schemeClr>
        </a:solidFill>
        <a:ln>
          <a:noFill/>
        </a:ln>
      </dgm:spPr>
      <dgm:t>
        <a:bodyPr rtlCol="0"/>
        <a:lstStyle>
          <a:defPPr>
            <a:defRPr lang="pt-BR"/>
          </a:defPPr>
        </a:lstStyle>
        <a:p>
          <a:pPr rtl="0"/>
          <a:endParaRPr lang="pt-BR" dirty="0"/>
        </a:p>
      </dgm:t>
    </dgm:pt>
    <dgm:pt modelId="{C2F8C7F7-44C4-414A-BCCD-56E91DD0A777}">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5. </a:t>
          </a:r>
          <a:r>
            <a:rPr lang="pt-BR" sz="1600">
              <a:solidFill>
                <a:schemeClr val="tx1">
                  <a:alpha val="70000"/>
                </a:schemeClr>
              </a:solidFill>
            </a:rPr>
            <a:t>Lorem ipsum dolor sit amet, consectetuer adipiscing elit</a:t>
          </a:r>
          <a:r>
            <a:rPr lang="pt-BR" sz="1600">
              <a:solidFill>
                <a:schemeClr val="accent1">
                  <a:lumMod val="60000"/>
                  <a:lumOff val="40000"/>
                  <a:alpha val="70000"/>
                </a:schemeClr>
              </a:solidFill>
            </a:rPr>
            <a:t> </a:t>
          </a:r>
        </a:p>
      </dgm:t>
    </dgm:pt>
    <dgm:pt modelId="{E6C6DF88-9436-40D7-BA84-18FE896A6151}" type="parTrans" cxnId="{14D43B81-F92D-4CD8-9D1E-78CBF092C750}">
      <dgm:prSet/>
      <dgm:spPr/>
      <dgm:t>
        <a:bodyPr rtlCol="0"/>
        <a:lstStyle>
          <a:defPPr>
            <a:defRPr lang="pt-BR"/>
          </a:defPPr>
        </a:lstStyle>
        <a:p>
          <a:pPr rtl="0"/>
          <a:endParaRPr lang="pt-BR"/>
        </a:p>
      </dgm:t>
    </dgm:pt>
    <dgm:pt modelId="{4E39967D-43EF-4F15-814A-2F491D900D43}" type="sibTrans" cxnId="{14D43B81-F92D-4CD8-9D1E-78CBF092C750}">
      <dgm:prSet/>
      <dgm:spPr/>
      <dgm:t>
        <a:bodyPr rtlCol="0"/>
        <a:lstStyle>
          <a:defPPr>
            <a:defRPr lang="pt-BR"/>
          </a:defPPr>
        </a:lstStyle>
        <a:p>
          <a:pPr rtl="0"/>
          <a:endParaRPr lang="pt-BR"/>
        </a:p>
      </dgm:t>
    </dgm:pt>
    <dgm:pt modelId="{2EE95FC5-CD6B-4A50-9262-DC414E16C3EA}">
      <dgm:prSet custT="1"/>
      <dgm:spPr>
        <a:solidFill>
          <a:schemeClr val="accent1">
            <a:lumMod val="40000"/>
            <a:lumOff val="60000"/>
            <a:alpha val="50000"/>
          </a:schemeClr>
        </a:solidFill>
        <a:ln>
          <a:noFill/>
        </a:ln>
      </dgm:spPr>
      <dgm:t>
        <a:bodyPr lIns="288000" rtlCol="0"/>
        <a:lstStyle>
          <a:defPPr>
            <a:defRPr lang="pt-BR"/>
          </a:defPPr>
        </a:lstStyle>
        <a:p>
          <a:pPr rtl="0"/>
          <a:r>
            <a:rPr lang="pt-BR" sz="2400">
              <a:solidFill>
                <a:schemeClr val="accent1">
                  <a:lumMod val="50000"/>
                </a:schemeClr>
              </a:solidFill>
            </a:rPr>
            <a:t>Lição 1.</a:t>
          </a:r>
          <a:r>
            <a:rPr lang="pt-BR" sz="3200">
              <a:solidFill>
                <a:schemeClr val="accent1">
                  <a:lumMod val="50000"/>
                </a:schemeClr>
              </a:solidFill>
            </a:rPr>
            <a:t> </a:t>
          </a:r>
          <a:r>
            <a:rPr lang="pt-BR" sz="1600">
              <a:solidFill>
                <a:schemeClr val="tx1">
                  <a:alpha val="70000"/>
                </a:schemeClr>
              </a:solidFill>
            </a:rPr>
            <a:t>Lorem ipsum dolor sit amet, consectetuer adipiscing elit</a:t>
          </a:r>
          <a:endParaRPr lang="pt-BR" sz="2000" dirty="0">
            <a:solidFill>
              <a:schemeClr val="tx1">
                <a:alpha val="70000"/>
              </a:schemeClr>
            </a:solidFill>
          </a:endParaRPr>
        </a:p>
      </dgm:t>
    </dgm:pt>
    <dgm:pt modelId="{C99EBBB1-E916-471C-83C9-ABE85B42AC26}" type="sibTrans" cxnId="{B3F19EC2-A372-4EC3-BFE0-C62FFDFE3DF6}">
      <dgm:prSet/>
      <dgm:spPr>
        <a:solidFill>
          <a:schemeClr val="accent1">
            <a:lumMod val="40000"/>
            <a:lumOff val="60000"/>
          </a:schemeClr>
        </a:solidFill>
        <a:ln>
          <a:noFill/>
        </a:ln>
      </dgm:spPr>
      <dgm:t>
        <a:bodyPr rtlCol="0"/>
        <a:lstStyle>
          <a:defPPr>
            <a:defRPr lang="pt-BR"/>
          </a:defPPr>
        </a:lstStyle>
        <a:p>
          <a:pPr rtl="0"/>
          <a:endParaRPr lang="pt-BR" dirty="0"/>
        </a:p>
      </dgm:t>
    </dgm:pt>
    <dgm:pt modelId="{75374347-884B-4721-8CFF-DF080F5B1C79}" type="parTrans" cxnId="{B3F19EC2-A372-4EC3-BFE0-C62FFDFE3DF6}">
      <dgm:prSet/>
      <dgm:spPr/>
      <dgm:t>
        <a:bodyPr rtlCol="0"/>
        <a:lstStyle>
          <a:defPPr>
            <a:defRPr lang="pt-BR"/>
          </a:defPPr>
        </a:lstStyle>
        <a:p>
          <a:pPr rtl="0"/>
          <a:endParaRPr lang="pt-BR"/>
        </a:p>
      </dgm:t>
    </dgm:pt>
    <dgm:pt modelId="{F7C64FE4-B743-4173-AF38-E15B373860BB}" type="pres">
      <dgm:prSet presAssocID="{D0F07F19-1F50-4B42-A7A0-278DF9D25BB1}" presName="outerComposite" presStyleCnt="0">
        <dgm:presLayoutVars>
          <dgm:chMax val="5"/>
          <dgm:dir/>
          <dgm:resizeHandles val="exact"/>
        </dgm:presLayoutVars>
      </dgm:prSet>
      <dgm:spPr/>
    </dgm:pt>
    <dgm:pt modelId="{38EDE452-776E-43EB-9FFD-1764B73AB173}" type="pres">
      <dgm:prSet presAssocID="{D0F07F19-1F50-4B42-A7A0-278DF9D25BB1}" presName="dummyMaxCanvas" presStyleCnt="0">
        <dgm:presLayoutVars/>
      </dgm:prSet>
      <dgm:spPr/>
    </dgm:pt>
    <dgm:pt modelId="{25D33812-34D6-4226-A6D4-51F7D7EAA1C7}" type="pres">
      <dgm:prSet presAssocID="{D0F07F19-1F50-4B42-A7A0-278DF9D25BB1}" presName="FiveNodes_1" presStyleLbl="node1" presStyleIdx="0" presStyleCnt="5" custLinFactNeighborX="4" custLinFactNeighborY="-8469">
        <dgm:presLayoutVars>
          <dgm:bulletEnabled val="1"/>
        </dgm:presLayoutVars>
      </dgm:prSet>
      <dgm:spPr>
        <a:prstGeom prst="rect">
          <a:avLst/>
        </a:prstGeom>
      </dgm:spPr>
    </dgm:pt>
    <dgm:pt modelId="{7C86B145-1C2E-46BD-BE62-C42C80C5A654}" type="pres">
      <dgm:prSet presAssocID="{D0F07F19-1F50-4B42-A7A0-278DF9D25BB1}" presName="FiveNodes_2" presStyleLbl="node1" presStyleIdx="1" presStyleCnt="5">
        <dgm:presLayoutVars>
          <dgm:bulletEnabled val="1"/>
        </dgm:presLayoutVars>
      </dgm:prSet>
      <dgm:spPr>
        <a:prstGeom prst="rect">
          <a:avLst/>
        </a:prstGeom>
      </dgm:spPr>
    </dgm:pt>
    <dgm:pt modelId="{862B5B41-53F5-454A-B8E6-70B721DC8B9A}" type="pres">
      <dgm:prSet presAssocID="{D0F07F19-1F50-4B42-A7A0-278DF9D25BB1}" presName="FiveNodes_3" presStyleLbl="node1" presStyleIdx="2" presStyleCnt="5">
        <dgm:presLayoutVars>
          <dgm:bulletEnabled val="1"/>
        </dgm:presLayoutVars>
      </dgm:prSet>
      <dgm:spPr>
        <a:prstGeom prst="rect">
          <a:avLst/>
        </a:prstGeom>
      </dgm:spPr>
    </dgm:pt>
    <dgm:pt modelId="{D134E212-FDD1-424A-968F-869017AD5171}" type="pres">
      <dgm:prSet presAssocID="{D0F07F19-1F50-4B42-A7A0-278DF9D25BB1}" presName="FiveNodes_4" presStyleLbl="node1" presStyleIdx="3" presStyleCnt="5">
        <dgm:presLayoutVars>
          <dgm:bulletEnabled val="1"/>
        </dgm:presLayoutVars>
      </dgm:prSet>
      <dgm:spPr>
        <a:prstGeom prst="rect">
          <a:avLst/>
        </a:prstGeom>
      </dgm:spPr>
    </dgm:pt>
    <dgm:pt modelId="{9CB462FF-72B3-4BFA-B916-65C5CB432162}" type="pres">
      <dgm:prSet presAssocID="{D0F07F19-1F50-4B42-A7A0-278DF9D25BB1}" presName="FiveNodes_5" presStyleLbl="node1" presStyleIdx="4" presStyleCnt="5">
        <dgm:presLayoutVars>
          <dgm:bulletEnabled val="1"/>
        </dgm:presLayoutVars>
      </dgm:prSet>
      <dgm:spPr>
        <a:prstGeom prst="rect">
          <a:avLst/>
        </a:prstGeom>
      </dgm:spPr>
    </dgm:pt>
    <dgm:pt modelId="{0CB2EC4F-D832-4AE2-86CC-14F684CFA4E5}" type="pres">
      <dgm:prSet presAssocID="{D0F07F19-1F50-4B42-A7A0-278DF9D25BB1}" presName="FiveConn_1-2" presStyleLbl="fgAccFollowNode1" presStyleIdx="0" presStyleCnt="4" custLinFactNeighborX="-50815">
        <dgm:presLayoutVars>
          <dgm:bulletEnabled val="1"/>
        </dgm:presLayoutVars>
      </dgm:prSet>
      <dgm:spPr/>
    </dgm:pt>
    <dgm:pt modelId="{03DA9257-7161-48BA-BB8E-B2323EF3B158}" type="pres">
      <dgm:prSet presAssocID="{D0F07F19-1F50-4B42-A7A0-278DF9D25BB1}" presName="FiveConn_2-3" presStyleLbl="fgAccFollowNode1" presStyleIdx="1" presStyleCnt="4" custLinFactNeighborX="-50815">
        <dgm:presLayoutVars>
          <dgm:bulletEnabled val="1"/>
        </dgm:presLayoutVars>
      </dgm:prSet>
      <dgm:spPr/>
    </dgm:pt>
    <dgm:pt modelId="{6FEE3320-F765-411D-B4AD-9D1CFC5DEDDD}" type="pres">
      <dgm:prSet presAssocID="{D0F07F19-1F50-4B42-A7A0-278DF9D25BB1}" presName="FiveConn_3-4" presStyleLbl="fgAccFollowNode1" presStyleIdx="2" presStyleCnt="4" custLinFactNeighborX="-50815">
        <dgm:presLayoutVars>
          <dgm:bulletEnabled val="1"/>
        </dgm:presLayoutVars>
      </dgm:prSet>
      <dgm:spPr/>
    </dgm:pt>
    <dgm:pt modelId="{E32DC1E0-C267-4605-BE6F-5701FC898420}" type="pres">
      <dgm:prSet presAssocID="{D0F07F19-1F50-4B42-A7A0-278DF9D25BB1}" presName="FiveConn_4-5" presStyleLbl="fgAccFollowNode1" presStyleIdx="3" presStyleCnt="4" custLinFactNeighborX="-50815">
        <dgm:presLayoutVars>
          <dgm:bulletEnabled val="1"/>
        </dgm:presLayoutVars>
      </dgm:prSet>
      <dgm:spPr/>
    </dgm:pt>
    <dgm:pt modelId="{A130DAD6-1C3C-4736-BA6C-AFB4505579B9}" type="pres">
      <dgm:prSet presAssocID="{D0F07F19-1F50-4B42-A7A0-278DF9D25BB1}" presName="FiveNodes_1_text" presStyleLbl="node1" presStyleIdx="4" presStyleCnt="5">
        <dgm:presLayoutVars>
          <dgm:bulletEnabled val="1"/>
        </dgm:presLayoutVars>
      </dgm:prSet>
      <dgm:spPr/>
    </dgm:pt>
    <dgm:pt modelId="{34150CD5-279D-4D74-89D1-64AAFB7C488C}" type="pres">
      <dgm:prSet presAssocID="{D0F07F19-1F50-4B42-A7A0-278DF9D25BB1}" presName="FiveNodes_2_text" presStyleLbl="node1" presStyleIdx="4" presStyleCnt="5">
        <dgm:presLayoutVars>
          <dgm:bulletEnabled val="1"/>
        </dgm:presLayoutVars>
      </dgm:prSet>
      <dgm:spPr/>
    </dgm:pt>
    <dgm:pt modelId="{11D22318-0819-466B-8466-17D55738B7D7}" type="pres">
      <dgm:prSet presAssocID="{D0F07F19-1F50-4B42-A7A0-278DF9D25BB1}" presName="FiveNodes_3_text" presStyleLbl="node1" presStyleIdx="4" presStyleCnt="5">
        <dgm:presLayoutVars>
          <dgm:bulletEnabled val="1"/>
        </dgm:presLayoutVars>
      </dgm:prSet>
      <dgm:spPr/>
    </dgm:pt>
    <dgm:pt modelId="{5F7690F5-2C8D-406A-80FD-BB328C770292}" type="pres">
      <dgm:prSet presAssocID="{D0F07F19-1F50-4B42-A7A0-278DF9D25BB1}" presName="FiveNodes_4_text" presStyleLbl="node1" presStyleIdx="4" presStyleCnt="5">
        <dgm:presLayoutVars>
          <dgm:bulletEnabled val="1"/>
        </dgm:presLayoutVars>
      </dgm:prSet>
      <dgm:spPr/>
    </dgm:pt>
    <dgm:pt modelId="{77F75BF2-0CEF-4F30-A326-AB2D35C7411C}" type="pres">
      <dgm:prSet presAssocID="{D0F07F19-1F50-4B42-A7A0-278DF9D25BB1}" presName="FiveNodes_5_text" presStyleLbl="node1" presStyleIdx="4" presStyleCnt="5">
        <dgm:presLayoutVars>
          <dgm:bulletEnabled val="1"/>
        </dgm:presLayoutVars>
      </dgm:prSet>
      <dgm:spPr/>
    </dgm:pt>
  </dgm:ptLst>
  <dgm:cxnLst>
    <dgm:cxn modelId="{0FE1A00A-23A6-4F26-952E-314F937E5249}" type="presOf" srcId="{140952D0-0E1D-4F48-9F16-53581487CFA0}" destId="{D134E212-FDD1-424A-968F-869017AD5171}" srcOrd="0" destOrd="0" presId="urn:microsoft.com/office/officeart/2005/8/layout/vProcess5"/>
    <dgm:cxn modelId="{9E36192A-F7A0-4E6F-994F-52DDB618BFA0}" type="presOf" srcId="{D0F07F19-1F50-4B42-A7A0-278DF9D25BB1}" destId="{F7C64FE4-B743-4173-AF38-E15B373860BB}" srcOrd="0" destOrd="0" presId="urn:microsoft.com/office/officeart/2005/8/layout/vProcess5"/>
    <dgm:cxn modelId="{8351933B-04D2-436A-A0EE-7A82DB5F9748}" type="presOf" srcId="{F05611F0-8256-4954-B6CB-ED6B4F2DD397}" destId="{7C86B145-1C2E-46BD-BE62-C42C80C5A654}" srcOrd="0" destOrd="0" presId="urn:microsoft.com/office/officeart/2005/8/layout/vProcess5"/>
    <dgm:cxn modelId="{F9537061-193E-4768-B1F8-09003599B7A2}" type="presOf" srcId="{2EE95FC5-CD6B-4A50-9262-DC414E16C3EA}" destId="{A130DAD6-1C3C-4736-BA6C-AFB4505579B9}" srcOrd="1" destOrd="0" presId="urn:microsoft.com/office/officeart/2005/8/layout/vProcess5"/>
    <dgm:cxn modelId="{485ECF6E-F3E1-44D9-A505-EB159DE97BF4}" type="presOf" srcId="{C99EBBB1-E916-471C-83C9-ABE85B42AC26}" destId="{0CB2EC4F-D832-4AE2-86CC-14F684CFA4E5}" srcOrd="0" destOrd="0" presId="urn:microsoft.com/office/officeart/2005/8/layout/vProcess5"/>
    <dgm:cxn modelId="{E11F9D73-278E-422F-9414-F80754447242}" type="presOf" srcId="{F05611F0-8256-4954-B6CB-ED6B4F2DD397}" destId="{34150CD5-279D-4D74-89D1-64AAFB7C488C}" srcOrd="1" destOrd="0" presId="urn:microsoft.com/office/officeart/2005/8/layout/vProcess5"/>
    <dgm:cxn modelId="{14D43B81-F92D-4CD8-9D1E-78CBF092C750}" srcId="{D0F07F19-1F50-4B42-A7A0-278DF9D25BB1}" destId="{C2F8C7F7-44C4-414A-BCCD-56E91DD0A777}" srcOrd="4" destOrd="0" parTransId="{E6C6DF88-9436-40D7-BA84-18FE896A6151}" sibTransId="{4E39967D-43EF-4F15-814A-2F491D900D43}"/>
    <dgm:cxn modelId="{1FDFC784-73EE-4B55-8533-319A43CCC3B0}" type="presOf" srcId="{140952D0-0E1D-4F48-9F16-53581487CFA0}" destId="{5F7690F5-2C8D-406A-80FD-BB328C770292}" srcOrd="1" destOrd="0" presId="urn:microsoft.com/office/officeart/2005/8/layout/vProcess5"/>
    <dgm:cxn modelId="{1B0C7E86-3032-4F0C-9F06-8047268B8643}" type="presOf" srcId="{2EE95FC5-CD6B-4A50-9262-DC414E16C3EA}" destId="{25D33812-34D6-4226-A6D4-51F7D7EAA1C7}" srcOrd="0" destOrd="0" presId="urn:microsoft.com/office/officeart/2005/8/layout/vProcess5"/>
    <dgm:cxn modelId="{99034B8C-A855-490D-80D9-75A43CE3708E}" type="presOf" srcId="{22625139-F93A-4F3F-A7AA-4923A01AEDF3}" destId="{862B5B41-53F5-454A-B8E6-70B721DC8B9A}" srcOrd="0" destOrd="0" presId="urn:microsoft.com/office/officeart/2005/8/layout/vProcess5"/>
    <dgm:cxn modelId="{7BADF88F-51D4-49BB-A339-04018A869FEB}" type="presOf" srcId="{22625139-F93A-4F3F-A7AA-4923A01AEDF3}" destId="{11D22318-0819-466B-8466-17D55738B7D7}" srcOrd="1" destOrd="0" presId="urn:microsoft.com/office/officeart/2005/8/layout/vProcess5"/>
    <dgm:cxn modelId="{A9BB079A-D288-40FF-A4BD-812C9A8FAA68}" type="presOf" srcId="{C2F8C7F7-44C4-414A-BCCD-56E91DD0A777}" destId="{9CB462FF-72B3-4BFA-B916-65C5CB432162}" srcOrd="0" destOrd="0" presId="urn:microsoft.com/office/officeart/2005/8/layout/vProcess5"/>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82149EE0-57D4-40ED-8BE4-EFDD781B1BE1}" type="presOf" srcId="{2804F27C-9BA9-4D07-AB02-74BE7DFA2C0E}" destId="{E32DC1E0-C267-4605-BE6F-5701FC898420}" srcOrd="0" destOrd="0" presId="urn:microsoft.com/office/officeart/2005/8/layout/vProcess5"/>
    <dgm:cxn modelId="{56406FE1-5406-4C01-BF01-F2CE5B3CB37F}" type="presOf" srcId="{6BD5265A-8333-420D-BDB2-65F10B3EBD76}" destId="{03DA9257-7161-48BA-BB8E-B2323EF3B158}" srcOrd="0" destOrd="0" presId="urn:microsoft.com/office/officeart/2005/8/layout/vProcess5"/>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15F175F0-C7FA-4E61-82A4-7C1B46EB3DA2}" type="presOf" srcId="{A8E2FA08-4DD4-4654-A85D-9A99162D6201}" destId="{6FEE3320-F765-411D-B4AD-9D1CFC5DEDDD}" srcOrd="0" destOrd="0" presId="urn:microsoft.com/office/officeart/2005/8/layout/vProcess5"/>
    <dgm:cxn modelId="{9B4632FC-4573-46D2-9511-7A26ED798FF0}" type="presOf" srcId="{C2F8C7F7-44C4-414A-BCCD-56E91DD0A777}" destId="{77F75BF2-0CEF-4F30-A326-AB2D35C7411C}" srcOrd="1" destOrd="0" presId="urn:microsoft.com/office/officeart/2005/8/layout/vProcess5"/>
    <dgm:cxn modelId="{893DC0C3-8466-4BE3-AEFA-2743167A1ED0}" type="presParOf" srcId="{F7C64FE4-B743-4173-AF38-E15B373860BB}" destId="{38EDE452-776E-43EB-9FFD-1764B73AB173}" srcOrd="0" destOrd="0" presId="urn:microsoft.com/office/officeart/2005/8/layout/vProcess5"/>
    <dgm:cxn modelId="{D67FC091-84D1-45A6-A498-38CB49EF5C68}" type="presParOf" srcId="{F7C64FE4-B743-4173-AF38-E15B373860BB}" destId="{25D33812-34D6-4226-A6D4-51F7D7EAA1C7}" srcOrd="1" destOrd="0" presId="urn:microsoft.com/office/officeart/2005/8/layout/vProcess5"/>
    <dgm:cxn modelId="{62FAF470-57FB-42EF-A2A2-A1AE3292F1EA}" type="presParOf" srcId="{F7C64FE4-B743-4173-AF38-E15B373860BB}" destId="{7C86B145-1C2E-46BD-BE62-C42C80C5A654}" srcOrd="2" destOrd="0" presId="urn:microsoft.com/office/officeart/2005/8/layout/vProcess5"/>
    <dgm:cxn modelId="{369292A9-817E-4BFB-93B0-8218A9EE9166}" type="presParOf" srcId="{F7C64FE4-B743-4173-AF38-E15B373860BB}" destId="{862B5B41-53F5-454A-B8E6-70B721DC8B9A}" srcOrd="3" destOrd="0" presId="urn:microsoft.com/office/officeart/2005/8/layout/vProcess5"/>
    <dgm:cxn modelId="{CEEF7AE8-8659-43E6-95C3-9FD4D0DCFC43}" type="presParOf" srcId="{F7C64FE4-B743-4173-AF38-E15B373860BB}" destId="{D134E212-FDD1-424A-968F-869017AD5171}" srcOrd="4" destOrd="0" presId="urn:microsoft.com/office/officeart/2005/8/layout/vProcess5"/>
    <dgm:cxn modelId="{0311475E-4F93-4892-BE4B-86C622D97CFB}" type="presParOf" srcId="{F7C64FE4-B743-4173-AF38-E15B373860BB}" destId="{9CB462FF-72B3-4BFA-B916-65C5CB432162}" srcOrd="5" destOrd="0" presId="urn:microsoft.com/office/officeart/2005/8/layout/vProcess5"/>
    <dgm:cxn modelId="{E89DF94A-4045-4C8F-A9FB-CAC7F98EF112}" type="presParOf" srcId="{F7C64FE4-B743-4173-AF38-E15B373860BB}" destId="{0CB2EC4F-D832-4AE2-86CC-14F684CFA4E5}" srcOrd="6" destOrd="0" presId="urn:microsoft.com/office/officeart/2005/8/layout/vProcess5"/>
    <dgm:cxn modelId="{78DB7A5B-08E6-4494-8716-3E031BF46BD6}" type="presParOf" srcId="{F7C64FE4-B743-4173-AF38-E15B373860BB}" destId="{03DA9257-7161-48BA-BB8E-B2323EF3B158}" srcOrd="7" destOrd="0" presId="urn:microsoft.com/office/officeart/2005/8/layout/vProcess5"/>
    <dgm:cxn modelId="{B8212E95-1A15-4A8C-BC26-C76A84E0F2A2}" type="presParOf" srcId="{F7C64FE4-B743-4173-AF38-E15B373860BB}" destId="{6FEE3320-F765-411D-B4AD-9D1CFC5DEDDD}" srcOrd="8" destOrd="0" presId="urn:microsoft.com/office/officeart/2005/8/layout/vProcess5"/>
    <dgm:cxn modelId="{288A9D90-0DCF-4967-B280-A2B2D4648682}" type="presParOf" srcId="{F7C64FE4-B743-4173-AF38-E15B373860BB}" destId="{E32DC1E0-C267-4605-BE6F-5701FC898420}" srcOrd="9" destOrd="0" presId="urn:microsoft.com/office/officeart/2005/8/layout/vProcess5"/>
    <dgm:cxn modelId="{68599145-9665-42CA-9652-5890A0952F28}" type="presParOf" srcId="{F7C64FE4-B743-4173-AF38-E15B373860BB}" destId="{A130DAD6-1C3C-4736-BA6C-AFB4505579B9}" srcOrd="10" destOrd="0" presId="urn:microsoft.com/office/officeart/2005/8/layout/vProcess5"/>
    <dgm:cxn modelId="{8E296F24-C5D7-4CB5-91F0-C0FAC0744963}" type="presParOf" srcId="{F7C64FE4-B743-4173-AF38-E15B373860BB}" destId="{34150CD5-279D-4D74-89D1-64AAFB7C488C}" srcOrd="11" destOrd="0" presId="urn:microsoft.com/office/officeart/2005/8/layout/vProcess5"/>
    <dgm:cxn modelId="{619B085F-AA9E-49A5-81F5-7FDB54B1956D}" type="presParOf" srcId="{F7C64FE4-B743-4173-AF38-E15B373860BB}" destId="{11D22318-0819-466B-8466-17D55738B7D7}" srcOrd="12" destOrd="0" presId="urn:microsoft.com/office/officeart/2005/8/layout/vProcess5"/>
    <dgm:cxn modelId="{06F85501-EF54-4751-BE2B-F673EB5C732A}" type="presParOf" srcId="{F7C64FE4-B743-4173-AF38-E15B373860BB}" destId="{5F7690F5-2C8D-406A-80FD-BB328C770292}" srcOrd="13" destOrd="0" presId="urn:microsoft.com/office/officeart/2005/8/layout/vProcess5"/>
    <dgm:cxn modelId="{86FFED00-5FFB-4C50-9751-A96BEB1551C0}" type="presParOf" srcId="{F7C64FE4-B743-4173-AF38-E15B373860BB}" destId="{77F75BF2-0CEF-4F30-A326-AB2D35C7411C}"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33812-34D6-4226-A6D4-51F7D7EAA1C7}">
      <dsp:nvSpPr>
        <dsp:cNvPr id="0" name=""/>
        <dsp:cNvSpPr/>
      </dsp:nvSpPr>
      <dsp:spPr>
        <a:xfrm>
          <a:off x="335" y="0"/>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1.</a:t>
          </a:r>
          <a:r>
            <a:rPr lang="pt-BR" sz="3200" kern="1200">
              <a:solidFill>
                <a:schemeClr val="accent1">
                  <a:lumMod val="50000"/>
                </a:schemeClr>
              </a:solidFill>
            </a:rPr>
            <a:t> </a:t>
          </a:r>
          <a:r>
            <a:rPr lang="pt-BR" sz="1600" kern="1200">
              <a:solidFill>
                <a:schemeClr val="tx1">
                  <a:alpha val="70000"/>
                </a:schemeClr>
              </a:solidFill>
            </a:rPr>
            <a:t>Lorem ipsum dolor sit amet, consectetuer adipiscing elit</a:t>
          </a:r>
          <a:endParaRPr lang="pt-BR" sz="2000" kern="1200" dirty="0">
            <a:solidFill>
              <a:schemeClr val="tx1">
                <a:alpha val="70000"/>
              </a:schemeClr>
            </a:solidFill>
          </a:endParaRPr>
        </a:p>
      </dsp:txBody>
      <dsp:txXfrm>
        <a:off x="21886" y="21551"/>
        <a:ext cx="7517634" cy="692704"/>
      </dsp:txXfrm>
    </dsp:sp>
    <dsp:sp modelId="{7C86B145-1C2E-46BD-BE62-C42C80C5A654}">
      <dsp:nvSpPr>
        <dsp:cNvPr id="0" name=""/>
        <dsp:cNvSpPr/>
      </dsp:nvSpPr>
      <dsp:spPr>
        <a:xfrm>
          <a:off x="627102" y="838001"/>
          <a:ext cx="8397716" cy="735806"/>
        </a:xfrm>
        <a:prstGeom prst="rect">
          <a:avLst/>
        </a:prstGeom>
        <a:solidFill>
          <a:schemeClr val="accent1"/>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t>Lição 2. </a:t>
          </a:r>
          <a:r>
            <a:rPr lang="pt-BR" sz="1600" kern="1200">
              <a:solidFill>
                <a:schemeClr val="accent1">
                  <a:lumMod val="20000"/>
                  <a:lumOff val="80000"/>
                </a:schemeClr>
              </a:solidFill>
            </a:rPr>
            <a:t>S</a:t>
          </a:r>
          <a:r>
            <a:rPr lang="pt-BR" sz="1600" b="0" i="0" kern="1200">
              <a:solidFill>
                <a:schemeClr val="accent1">
                  <a:lumMod val="20000"/>
                  <a:lumOff val="80000"/>
                </a:schemeClr>
              </a:solidFill>
            </a:rPr>
            <a:t>ed ut perspiciatis unde omnis iste natus error sit voluptatem</a:t>
          </a:r>
          <a:endParaRPr lang="pt-BR" sz="1600" kern="1200" dirty="0">
            <a:solidFill>
              <a:schemeClr val="accent1">
                <a:lumMod val="20000"/>
                <a:lumOff val="80000"/>
              </a:schemeClr>
            </a:solidFill>
          </a:endParaRPr>
        </a:p>
      </dsp:txBody>
      <dsp:txXfrm>
        <a:off x="648653" y="859552"/>
        <a:ext cx="7249237" cy="692704"/>
      </dsp:txXfrm>
    </dsp:sp>
    <dsp:sp modelId="{862B5B41-53F5-454A-B8E6-70B721DC8B9A}">
      <dsp:nvSpPr>
        <dsp:cNvPr id="0" name=""/>
        <dsp:cNvSpPr/>
      </dsp:nvSpPr>
      <dsp:spPr>
        <a:xfrm>
          <a:off x="1254204" y="1676003"/>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3. </a:t>
          </a:r>
          <a:r>
            <a:rPr lang="pt-BR" sz="1600" kern="1200">
              <a:solidFill>
                <a:schemeClr val="tx1">
                  <a:alpha val="70000"/>
                </a:schemeClr>
              </a:solidFill>
            </a:rPr>
            <a:t>Lorem ipsum dolor sit amet, consectetuer adipiscing elit</a:t>
          </a:r>
        </a:p>
      </dsp:txBody>
      <dsp:txXfrm>
        <a:off x="1275755" y="1697554"/>
        <a:ext cx="7249237" cy="692704"/>
      </dsp:txXfrm>
    </dsp:sp>
    <dsp:sp modelId="{D134E212-FDD1-424A-968F-869017AD5171}">
      <dsp:nvSpPr>
        <dsp:cNvPr id="0" name=""/>
        <dsp:cNvSpPr/>
      </dsp:nvSpPr>
      <dsp:spPr>
        <a:xfrm>
          <a:off x="1881306" y="2514004"/>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4. </a:t>
          </a:r>
          <a:r>
            <a:rPr lang="pt-BR" sz="1600" kern="1200">
              <a:solidFill>
                <a:schemeClr val="tx1">
                  <a:alpha val="70000"/>
                </a:schemeClr>
              </a:solidFill>
            </a:rPr>
            <a:t>S</a:t>
          </a:r>
          <a:r>
            <a:rPr lang="pt-BR" sz="1600" b="0" i="0" kern="1200">
              <a:solidFill>
                <a:schemeClr val="tx1">
                  <a:alpha val="70000"/>
                </a:schemeClr>
              </a:solidFill>
            </a:rPr>
            <a:t>ed ut perspiciatis unde omnis iste natus error sit voluptatem</a:t>
          </a:r>
          <a:endParaRPr lang="pt-BR" sz="1600" kern="1200" dirty="0">
            <a:solidFill>
              <a:schemeClr val="tx1">
                <a:alpha val="70000"/>
              </a:schemeClr>
            </a:solidFill>
          </a:endParaRPr>
        </a:p>
      </dsp:txBody>
      <dsp:txXfrm>
        <a:off x="1902857" y="2535555"/>
        <a:ext cx="7249237" cy="692704"/>
      </dsp:txXfrm>
    </dsp:sp>
    <dsp:sp modelId="{9CB462FF-72B3-4BFA-B916-65C5CB432162}">
      <dsp:nvSpPr>
        <dsp:cNvPr id="0" name=""/>
        <dsp:cNvSpPr/>
      </dsp:nvSpPr>
      <dsp:spPr>
        <a:xfrm>
          <a:off x="2508408" y="3352006"/>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5. </a:t>
          </a:r>
          <a:r>
            <a:rPr lang="pt-BR" sz="1600" kern="1200">
              <a:solidFill>
                <a:schemeClr val="tx1">
                  <a:alpha val="70000"/>
                </a:schemeClr>
              </a:solidFill>
            </a:rPr>
            <a:t>Lorem ipsum dolor sit amet, consectetuer adipiscing elit</a:t>
          </a:r>
          <a:r>
            <a:rPr lang="pt-BR" sz="1600" kern="1200">
              <a:solidFill>
                <a:schemeClr val="accent1">
                  <a:lumMod val="60000"/>
                  <a:lumOff val="40000"/>
                  <a:alpha val="70000"/>
                </a:schemeClr>
              </a:solidFill>
            </a:rPr>
            <a:t> </a:t>
          </a:r>
        </a:p>
      </dsp:txBody>
      <dsp:txXfrm>
        <a:off x="2529959" y="3373557"/>
        <a:ext cx="7249237" cy="692704"/>
      </dsp:txXfrm>
    </dsp:sp>
    <dsp:sp modelId="{0CB2EC4F-D832-4AE2-86CC-14F684CFA4E5}">
      <dsp:nvSpPr>
        <dsp:cNvPr id="0" name=""/>
        <dsp:cNvSpPr/>
      </dsp:nvSpPr>
      <dsp:spPr>
        <a:xfrm>
          <a:off x="7676407" y="53754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7784019" y="537547"/>
        <a:ext cx="263050" cy="359901"/>
      </dsp:txXfrm>
    </dsp:sp>
    <dsp:sp modelId="{03DA9257-7161-48BA-BB8E-B2323EF3B158}">
      <dsp:nvSpPr>
        <dsp:cNvPr id="0" name=""/>
        <dsp:cNvSpPr/>
      </dsp:nvSpPr>
      <dsp:spPr>
        <a:xfrm>
          <a:off x="8303509" y="1375549"/>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8411121" y="1375549"/>
        <a:ext cx="263050" cy="359901"/>
      </dsp:txXfrm>
    </dsp:sp>
    <dsp:sp modelId="{6FEE3320-F765-411D-B4AD-9D1CFC5DEDDD}">
      <dsp:nvSpPr>
        <dsp:cNvPr id="0" name=""/>
        <dsp:cNvSpPr/>
      </dsp:nvSpPr>
      <dsp:spPr>
        <a:xfrm>
          <a:off x="8930611" y="220128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9038223" y="2201287"/>
        <a:ext cx="263050" cy="359901"/>
      </dsp:txXfrm>
    </dsp:sp>
    <dsp:sp modelId="{E32DC1E0-C267-4605-BE6F-5701FC898420}">
      <dsp:nvSpPr>
        <dsp:cNvPr id="0" name=""/>
        <dsp:cNvSpPr/>
      </dsp:nvSpPr>
      <dsp:spPr>
        <a:xfrm>
          <a:off x="9557713" y="3047464"/>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9665325" y="3047464"/>
        <a:ext cx="263050" cy="35990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pt-BR" sz="1900" kern="1200">
              <a:solidFill>
                <a:schemeClr val="accent1">
                  <a:lumMod val="50000"/>
                </a:schemeClr>
              </a:solidFill>
            </a:rPr>
            <a:t>Lição 1.</a:t>
          </a:r>
          <a:r>
            <a:rPr lang="pt-BR" sz="1900" kern="1200"/>
            <a:t> </a:t>
          </a:r>
          <a:r>
            <a:rPr lang="pt-BR" sz="1900" kern="120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pt-BR" sz="1900" kern="1200">
              <a:solidFill>
                <a:schemeClr val="accent1">
                  <a:lumMod val="50000"/>
                </a:schemeClr>
              </a:solidFill>
            </a:rPr>
            <a:t>Lição 2.</a:t>
          </a:r>
          <a:r>
            <a:rPr lang="pt-BR" sz="1900" kern="1200"/>
            <a:t> </a:t>
          </a:r>
          <a:r>
            <a:rPr lang="pt-BR" sz="1900" b="0" i="0" kern="1200">
              <a:solidFill>
                <a:schemeClr val="tx1">
                  <a:alpha val="60000"/>
                </a:schemeClr>
              </a:solidFill>
            </a:rPr>
            <a:t>Sed ut perspiciatis unde</a:t>
          </a:r>
          <a:endParaRPr lang="pt-BR"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pt-BR" sz="1900" kern="1200">
              <a:solidFill>
                <a:schemeClr val="accent1">
                  <a:lumMod val="50000"/>
                </a:schemeClr>
              </a:solidFill>
            </a:rPr>
            <a:t>Lição 3.</a:t>
          </a:r>
          <a:r>
            <a:rPr lang="pt-BR" sz="1900" kern="1200"/>
            <a:t> </a:t>
          </a:r>
          <a:r>
            <a:rPr lang="pt-BR"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pt-BR" sz="1900" kern="1200">
              <a:solidFill>
                <a:schemeClr val="accent1">
                  <a:lumMod val="50000"/>
                </a:schemeClr>
              </a:solidFill>
            </a:rPr>
            <a:t>Lição 4.</a:t>
          </a:r>
          <a:r>
            <a:rPr lang="pt-BR" sz="1900" kern="1200"/>
            <a:t> </a:t>
          </a:r>
          <a:r>
            <a:rPr lang="pt-BR" sz="1900" b="0" i="0" kern="1200">
              <a:solidFill>
                <a:schemeClr val="tx1">
                  <a:alpha val="60000"/>
                </a:schemeClr>
              </a:solidFill>
            </a:rPr>
            <a:t>Sed ut perspiciatis unde</a:t>
          </a:r>
          <a:endParaRPr lang="pt-BR"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pt-BR" sz="1900" kern="1200">
              <a:solidFill>
                <a:schemeClr val="accent1">
                  <a:lumMod val="50000"/>
                </a:schemeClr>
              </a:solidFill>
            </a:rPr>
            <a:t>Lição 5.</a:t>
          </a:r>
          <a:r>
            <a:rPr lang="pt-BR" sz="1900" kern="1200"/>
            <a:t> </a:t>
          </a:r>
          <a:r>
            <a:rPr lang="pt-BR" sz="1900" kern="1200">
              <a:solidFill>
                <a:schemeClr val="tx1">
                  <a:alpha val="60000"/>
                </a:schemeClr>
              </a:solidFill>
            </a:rPr>
            <a:t>Lorem ipsum dolor sit amet</a:t>
          </a:r>
        </a:p>
      </dsp:txBody>
      <dsp:txXfrm>
        <a:off x="584715" y="3121454"/>
        <a:ext cx="4234207" cy="62370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CEA98-93B9-4B2D-B9B9-9537AD997164}">
      <dsp:nvSpPr>
        <dsp:cNvPr id="0" name=""/>
        <dsp:cNvSpPr/>
      </dsp:nvSpPr>
      <dsp:spPr>
        <a:xfrm>
          <a:off x="2027" y="1354978"/>
          <a:ext cx="2023282" cy="1714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082F9D57-96B4-483D-A747-06D859B5D858}">
      <dsp:nvSpPr>
        <dsp:cNvPr id="0" name=""/>
        <dsp:cNvSpPr/>
      </dsp:nvSpPr>
      <dsp:spPr>
        <a:xfrm>
          <a:off x="1283" y="3089255"/>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pt-BR" sz="1600" kern="1200">
              <a:solidFill>
                <a:schemeClr val="accent1">
                  <a:lumMod val="50000"/>
                </a:schemeClr>
              </a:solidFill>
            </a:rPr>
            <a:t>Lorem ipsum dolor sit amet, consectetuer adipiscing elit</a:t>
          </a:r>
        </a:p>
      </dsp:txBody>
      <dsp:txXfrm>
        <a:off x="30530" y="3118502"/>
        <a:ext cx="2319655" cy="940063"/>
      </dsp:txXfrm>
    </dsp:sp>
    <dsp:sp modelId="{857B4CA8-411B-47F9-AD8E-CC9E8998191B}">
      <dsp:nvSpPr>
        <dsp:cNvPr id="0" name=""/>
        <dsp:cNvSpPr/>
      </dsp:nvSpPr>
      <dsp:spPr>
        <a:xfrm>
          <a:off x="2027"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pt-BR" sz="1900" kern="1200">
              <a:solidFill>
                <a:schemeClr val="tx1"/>
              </a:solidFill>
            </a:rPr>
            <a:t>Mapa</a:t>
          </a:r>
        </a:p>
      </dsp:txBody>
      <dsp:txXfrm>
        <a:off x="2027" y="633330"/>
        <a:ext cx="2023282" cy="542559"/>
      </dsp:txXfrm>
    </dsp:sp>
    <dsp:sp modelId="{175B4889-8837-4A51-B8E4-43DED68FD91D}">
      <dsp:nvSpPr>
        <dsp:cNvPr id="0" name=""/>
        <dsp:cNvSpPr/>
      </dsp:nvSpPr>
      <dsp:spPr>
        <a:xfrm>
          <a:off x="4521012" y="1354978"/>
          <a:ext cx="2023282" cy="1714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DDAD261B-380A-44B9-A99B-A72499989074}">
      <dsp:nvSpPr>
        <dsp:cNvPr id="0" name=""/>
        <dsp:cNvSpPr/>
      </dsp:nvSpPr>
      <dsp:spPr>
        <a:xfrm>
          <a:off x="4428789" y="3089252"/>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pt-BR" sz="1600" kern="1200">
              <a:solidFill>
                <a:schemeClr val="accent1">
                  <a:lumMod val="50000"/>
                </a:schemeClr>
              </a:solidFill>
            </a:rPr>
            <a:t>Lorem ipsum dolor sit amet, consectetuer adipiscing elit</a:t>
          </a:r>
        </a:p>
      </dsp:txBody>
      <dsp:txXfrm>
        <a:off x="4458036" y="3118499"/>
        <a:ext cx="2319655" cy="940063"/>
      </dsp:txXfrm>
    </dsp:sp>
    <dsp:sp modelId="{494B1894-FA4F-4EC1-8E8E-68AEB4899B72}">
      <dsp:nvSpPr>
        <dsp:cNvPr id="0" name=""/>
        <dsp:cNvSpPr/>
      </dsp:nvSpPr>
      <dsp:spPr>
        <a:xfrm>
          <a:off x="4521012"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pt-BR" sz="1900" kern="1200">
              <a:solidFill>
                <a:schemeClr val="tx1"/>
              </a:solidFill>
            </a:rPr>
            <a:t>Estrada</a:t>
          </a:r>
        </a:p>
      </dsp:txBody>
      <dsp:txXfrm>
        <a:off x="4521012" y="633330"/>
        <a:ext cx="2023282" cy="542559"/>
      </dsp:txXfrm>
    </dsp:sp>
    <dsp:sp modelId="{EA1B9F6F-093C-4E75-8A08-13CC63E48A2A}">
      <dsp:nvSpPr>
        <dsp:cNvPr id="0" name=""/>
        <dsp:cNvSpPr/>
      </dsp:nvSpPr>
      <dsp:spPr>
        <a:xfrm>
          <a:off x="8775331" y="1354978"/>
          <a:ext cx="2023282" cy="17143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6AB589D1-3A2C-4500-AF5C-B9B478C9C905}">
      <dsp:nvSpPr>
        <dsp:cNvPr id="0" name=""/>
        <dsp:cNvSpPr/>
      </dsp:nvSpPr>
      <dsp:spPr>
        <a:xfrm>
          <a:off x="8719953" y="3089252"/>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pt-BR" sz="1600" kern="1200">
              <a:solidFill>
                <a:schemeClr val="accent1">
                  <a:lumMod val="50000"/>
                </a:schemeClr>
              </a:solidFill>
            </a:rPr>
            <a:t>Lorem ipsum dolor sit</a:t>
          </a:r>
          <a:br>
            <a:rPr lang="pt-BR" sz="1600" kern="1200" dirty="0">
              <a:solidFill>
                <a:schemeClr val="accent1">
                  <a:lumMod val="50000"/>
                </a:schemeClr>
              </a:solidFill>
            </a:rPr>
          </a:br>
          <a:r>
            <a:rPr lang="pt-BR" sz="1600" kern="1200">
              <a:solidFill>
                <a:schemeClr val="accent1">
                  <a:lumMod val="50000"/>
                </a:schemeClr>
              </a:solidFill>
            </a:rPr>
            <a:t>amet, consectetuer adipiscing elit</a:t>
          </a:r>
        </a:p>
      </dsp:txBody>
      <dsp:txXfrm>
        <a:off x="8749200" y="3118499"/>
        <a:ext cx="2319655" cy="940063"/>
      </dsp:txXfrm>
    </dsp:sp>
    <dsp:sp modelId="{9BB768B8-97D3-4773-9C90-8CAAE2C66A90}">
      <dsp:nvSpPr>
        <dsp:cNvPr id="0" name=""/>
        <dsp:cNvSpPr/>
      </dsp:nvSpPr>
      <dsp:spPr>
        <a:xfrm>
          <a:off x="8775331"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pt-BR" sz="1900" kern="1200">
              <a:solidFill>
                <a:schemeClr val="tx1"/>
              </a:solidFill>
            </a:rPr>
            <a:t>Montanha</a:t>
          </a:r>
        </a:p>
      </dsp:txBody>
      <dsp:txXfrm>
        <a:off x="8775331" y="633330"/>
        <a:ext cx="2023282" cy="54255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80086-FAD2-4337-9774-2D11ADB6338B}">
      <dsp:nvSpPr>
        <dsp:cNvPr id="0" name=""/>
        <dsp:cNvSpPr/>
      </dsp:nvSpPr>
      <dsp:spPr>
        <a:xfrm>
          <a:off x="707812"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7679B3-5DF2-432F-B901-3F4B938B918B}">
      <dsp:nvSpPr>
        <dsp:cNvPr id="0" name=""/>
        <dsp:cNvSpPr/>
      </dsp:nvSpPr>
      <dsp:spPr>
        <a:xfrm>
          <a:off x="1124625" y="818218"/>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97D422-E586-4CF3-B912-222307DB1AF1}">
      <dsp:nvSpPr>
        <dsp:cNvPr id="0" name=""/>
        <dsp:cNvSpPr/>
      </dsp:nvSpPr>
      <dsp:spPr>
        <a:xfrm>
          <a:off x="82593"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778000" rtl="0">
            <a:lnSpc>
              <a:spcPct val="100000"/>
            </a:lnSpc>
            <a:spcBef>
              <a:spcPct val="0"/>
            </a:spcBef>
            <a:spcAft>
              <a:spcPct val="35000"/>
            </a:spcAft>
            <a:buNone/>
            <a:defRPr lang="pt-BR" cap="all"/>
          </a:pPr>
          <a:r>
            <a:rPr lang="pt-BR" sz="4000" kern="1200"/>
            <a:t>MAPA</a:t>
          </a:r>
        </a:p>
      </dsp:txBody>
      <dsp:txXfrm>
        <a:off x="82593" y="2966406"/>
        <a:ext cx="3206250" cy="720000"/>
      </dsp:txXfrm>
    </dsp:sp>
    <dsp:sp modelId="{84D6A2B4-D034-4471-9540-2B564C1C8C94}">
      <dsp:nvSpPr>
        <dsp:cNvPr id="0" name=""/>
        <dsp:cNvSpPr/>
      </dsp:nvSpPr>
      <dsp:spPr>
        <a:xfrm>
          <a:off x="4475156"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A5C1F8-EBAD-49DC-B916-3B1778787CB8}">
      <dsp:nvSpPr>
        <dsp:cNvPr id="0" name=""/>
        <dsp:cNvSpPr/>
      </dsp:nvSpPr>
      <dsp:spPr>
        <a:xfrm>
          <a:off x="4891968" y="818218"/>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334A97-4D09-4C79-B2B5-07BE1FF63668}">
      <dsp:nvSpPr>
        <dsp:cNvPr id="0" name=""/>
        <dsp:cNvSpPr/>
      </dsp:nvSpPr>
      <dsp:spPr>
        <a:xfrm>
          <a:off x="3849937"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778000" rtl="0">
            <a:lnSpc>
              <a:spcPct val="100000"/>
            </a:lnSpc>
            <a:spcBef>
              <a:spcPct val="0"/>
            </a:spcBef>
            <a:spcAft>
              <a:spcPct val="35000"/>
            </a:spcAft>
            <a:buNone/>
            <a:defRPr lang="pt-BR" cap="all"/>
          </a:pPr>
          <a:r>
            <a:rPr lang="pt-BR" sz="4000" kern="1200"/>
            <a:t>ESTRADA</a:t>
          </a:r>
        </a:p>
      </dsp:txBody>
      <dsp:txXfrm>
        <a:off x="3849937" y="2966406"/>
        <a:ext cx="3206250" cy="720000"/>
      </dsp:txXfrm>
    </dsp:sp>
    <dsp:sp modelId="{45ED88D5-1FA1-4FD0-90D9-6371DD60718F}">
      <dsp:nvSpPr>
        <dsp:cNvPr id="0" name=""/>
        <dsp:cNvSpPr/>
      </dsp:nvSpPr>
      <dsp:spPr>
        <a:xfrm>
          <a:off x="8242500"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5F9911-9DBD-4B56-BCFF-7F94F0387671}">
      <dsp:nvSpPr>
        <dsp:cNvPr id="0" name=""/>
        <dsp:cNvSpPr/>
      </dsp:nvSpPr>
      <dsp:spPr>
        <a:xfrm>
          <a:off x="8659312" y="818218"/>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B93E8E-4067-4888-A70B-28FA0A3F3CD3}">
      <dsp:nvSpPr>
        <dsp:cNvPr id="0" name=""/>
        <dsp:cNvSpPr/>
      </dsp:nvSpPr>
      <dsp:spPr>
        <a:xfrm>
          <a:off x="7617281"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778000" rtl="0">
            <a:lnSpc>
              <a:spcPct val="100000"/>
            </a:lnSpc>
            <a:spcBef>
              <a:spcPct val="0"/>
            </a:spcBef>
            <a:spcAft>
              <a:spcPct val="35000"/>
            </a:spcAft>
            <a:buNone/>
            <a:defRPr lang="pt-BR" cap="all"/>
          </a:pPr>
          <a:r>
            <a:rPr lang="pt-BR" sz="4000" kern="1200"/>
            <a:t>MONTANHA</a:t>
          </a:r>
        </a:p>
      </dsp:txBody>
      <dsp:txXfrm>
        <a:off x="7617281" y="2966406"/>
        <a:ext cx="3206250" cy="720000"/>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33812-34D6-4226-A6D4-51F7D7EAA1C7}">
      <dsp:nvSpPr>
        <dsp:cNvPr id="0" name=""/>
        <dsp:cNvSpPr/>
      </dsp:nvSpPr>
      <dsp:spPr>
        <a:xfrm>
          <a:off x="335" y="0"/>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1.</a:t>
          </a:r>
          <a:r>
            <a:rPr lang="pt-BR" sz="3200" kern="1200">
              <a:solidFill>
                <a:schemeClr val="accent1">
                  <a:lumMod val="50000"/>
                </a:schemeClr>
              </a:solidFill>
            </a:rPr>
            <a:t> </a:t>
          </a:r>
          <a:r>
            <a:rPr lang="pt-BR" sz="1600" kern="1200">
              <a:solidFill>
                <a:schemeClr val="tx1">
                  <a:alpha val="70000"/>
                </a:schemeClr>
              </a:solidFill>
            </a:rPr>
            <a:t>Lorem ipsum dolor sit amet, consectetuer adipiscing elit</a:t>
          </a:r>
          <a:endParaRPr lang="pt-BR" sz="2000" kern="1200" dirty="0">
            <a:solidFill>
              <a:schemeClr val="tx1">
                <a:alpha val="70000"/>
              </a:schemeClr>
            </a:solidFill>
          </a:endParaRPr>
        </a:p>
      </dsp:txBody>
      <dsp:txXfrm>
        <a:off x="21886" y="21551"/>
        <a:ext cx="7517634" cy="692704"/>
      </dsp:txXfrm>
    </dsp:sp>
    <dsp:sp modelId="{7C86B145-1C2E-46BD-BE62-C42C80C5A654}">
      <dsp:nvSpPr>
        <dsp:cNvPr id="0" name=""/>
        <dsp:cNvSpPr/>
      </dsp:nvSpPr>
      <dsp:spPr>
        <a:xfrm>
          <a:off x="627102" y="838001"/>
          <a:ext cx="8397716" cy="735806"/>
        </a:xfrm>
        <a:prstGeom prst="rect">
          <a:avLst/>
        </a:prstGeom>
        <a:solidFill>
          <a:schemeClr val="accent1"/>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t>Lição 2. </a:t>
          </a:r>
          <a:r>
            <a:rPr lang="pt-BR" sz="1600" kern="1200">
              <a:solidFill>
                <a:schemeClr val="accent1">
                  <a:lumMod val="20000"/>
                  <a:lumOff val="80000"/>
                </a:schemeClr>
              </a:solidFill>
            </a:rPr>
            <a:t>S</a:t>
          </a:r>
          <a:r>
            <a:rPr lang="pt-BR" sz="1600" b="0" i="0" kern="1200">
              <a:solidFill>
                <a:schemeClr val="accent1">
                  <a:lumMod val="20000"/>
                  <a:lumOff val="80000"/>
                </a:schemeClr>
              </a:solidFill>
            </a:rPr>
            <a:t>ed ut perspiciatis unde omnis iste natus error sit voluptatem</a:t>
          </a:r>
          <a:endParaRPr lang="pt-BR" sz="1600" kern="1200" dirty="0">
            <a:solidFill>
              <a:schemeClr val="accent1">
                <a:lumMod val="20000"/>
                <a:lumOff val="80000"/>
              </a:schemeClr>
            </a:solidFill>
          </a:endParaRPr>
        </a:p>
      </dsp:txBody>
      <dsp:txXfrm>
        <a:off x="648653" y="859552"/>
        <a:ext cx="7249237" cy="692704"/>
      </dsp:txXfrm>
    </dsp:sp>
    <dsp:sp modelId="{862B5B41-53F5-454A-B8E6-70B721DC8B9A}">
      <dsp:nvSpPr>
        <dsp:cNvPr id="0" name=""/>
        <dsp:cNvSpPr/>
      </dsp:nvSpPr>
      <dsp:spPr>
        <a:xfrm>
          <a:off x="1254204" y="1676003"/>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3. </a:t>
          </a:r>
          <a:r>
            <a:rPr lang="pt-BR" sz="1600" kern="1200">
              <a:solidFill>
                <a:schemeClr val="tx1">
                  <a:alpha val="70000"/>
                </a:schemeClr>
              </a:solidFill>
            </a:rPr>
            <a:t>Lorem ipsum dolor sit amet, consectetuer adipiscing elit</a:t>
          </a:r>
        </a:p>
      </dsp:txBody>
      <dsp:txXfrm>
        <a:off x="1275755" y="1697554"/>
        <a:ext cx="7249237" cy="692704"/>
      </dsp:txXfrm>
    </dsp:sp>
    <dsp:sp modelId="{D134E212-FDD1-424A-968F-869017AD5171}">
      <dsp:nvSpPr>
        <dsp:cNvPr id="0" name=""/>
        <dsp:cNvSpPr/>
      </dsp:nvSpPr>
      <dsp:spPr>
        <a:xfrm>
          <a:off x="1881306" y="2514004"/>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4. </a:t>
          </a:r>
          <a:r>
            <a:rPr lang="pt-BR" sz="1600" kern="1200">
              <a:solidFill>
                <a:schemeClr val="tx1">
                  <a:alpha val="70000"/>
                </a:schemeClr>
              </a:solidFill>
            </a:rPr>
            <a:t>S</a:t>
          </a:r>
          <a:r>
            <a:rPr lang="pt-BR" sz="1600" b="0" i="0" kern="1200">
              <a:solidFill>
                <a:schemeClr val="tx1">
                  <a:alpha val="70000"/>
                </a:schemeClr>
              </a:solidFill>
            </a:rPr>
            <a:t>ed ut perspiciatis unde omnis iste natus error sit voluptatem</a:t>
          </a:r>
          <a:endParaRPr lang="pt-BR" sz="1600" kern="1200" dirty="0">
            <a:solidFill>
              <a:schemeClr val="tx1">
                <a:alpha val="70000"/>
              </a:schemeClr>
            </a:solidFill>
          </a:endParaRPr>
        </a:p>
      </dsp:txBody>
      <dsp:txXfrm>
        <a:off x="1902857" y="2535555"/>
        <a:ext cx="7249237" cy="692704"/>
      </dsp:txXfrm>
    </dsp:sp>
    <dsp:sp modelId="{9CB462FF-72B3-4BFA-B916-65C5CB432162}">
      <dsp:nvSpPr>
        <dsp:cNvPr id="0" name=""/>
        <dsp:cNvSpPr/>
      </dsp:nvSpPr>
      <dsp:spPr>
        <a:xfrm>
          <a:off x="2508408" y="3352006"/>
          <a:ext cx="8397716"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pt-BR" sz="2400" kern="1200">
              <a:solidFill>
                <a:schemeClr val="accent1">
                  <a:lumMod val="50000"/>
                </a:schemeClr>
              </a:solidFill>
            </a:rPr>
            <a:t>Lição 5. </a:t>
          </a:r>
          <a:r>
            <a:rPr lang="pt-BR" sz="1600" kern="1200">
              <a:solidFill>
                <a:schemeClr val="tx1">
                  <a:alpha val="70000"/>
                </a:schemeClr>
              </a:solidFill>
            </a:rPr>
            <a:t>Lorem ipsum dolor sit amet, consectetuer adipiscing elit</a:t>
          </a:r>
          <a:r>
            <a:rPr lang="pt-BR" sz="1600" kern="1200">
              <a:solidFill>
                <a:schemeClr val="accent1">
                  <a:lumMod val="60000"/>
                  <a:lumOff val="40000"/>
                  <a:alpha val="70000"/>
                </a:schemeClr>
              </a:solidFill>
            </a:rPr>
            <a:t> </a:t>
          </a:r>
        </a:p>
      </dsp:txBody>
      <dsp:txXfrm>
        <a:off x="2529959" y="3373557"/>
        <a:ext cx="7249237" cy="692704"/>
      </dsp:txXfrm>
    </dsp:sp>
    <dsp:sp modelId="{0CB2EC4F-D832-4AE2-86CC-14F684CFA4E5}">
      <dsp:nvSpPr>
        <dsp:cNvPr id="0" name=""/>
        <dsp:cNvSpPr/>
      </dsp:nvSpPr>
      <dsp:spPr>
        <a:xfrm>
          <a:off x="7676407" y="53754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7784019" y="537547"/>
        <a:ext cx="263050" cy="359901"/>
      </dsp:txXfrm>
    </dsp:sp>
    <dsp:sp modelId="{03DA9257-7161-48BA-BB8E-B2323EF3B158}">
      <dsp:nvSpPr>
        <dsp:cNvPr id="0" name=""/>
        <dsp:cNvSpPr/>
      </dsp:nvSpPr>
      <dsp:spPr>
        <a:xfrm>
          <a:off x="8303509" y="1375549"/>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8411121" y="1375549"/>
        <a:ext cx="263050" cy="359901"/>
      </dsp:txXfrm>
    </dsp:sp>
    <dsp:sp modelId="{6FEE3320-F765-411D-B4AD-9D1CFC5DEDDD}">
      <dsp:nvSpPr>
        <dsp:cNvPr id="0" name=""/>
        <dsp:cNvSpPr/>
      </dsp:nvSpPr>
      <dsp:spPr>
        <a:xfrm>
          <a:off x="8930611" y="220128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9038223" y="2201287"/>
        <a:ext cx="263050" cy="359901"/>
      </dsp:txXfrm>
    </dsp:sp>
    <dsp:sp modelId="{E32DC1E0-C267-4605-BE6F-5701FC898420}">
      <dsp:nvSpPr>
        <dsp:cNvPr id="0" name=""/>
        <dsp:cNvSpPr/>
      </dsp:nvSpPr>
      <dsp:spPr>
        <a:xfrm>
          <a:off x="9557713" y="3047464"/>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rtlCol="0" anchor="ctr" anchorCtr="0">
          <a:noAutofit/>
        </a:bodyPr>
        <a:lstStyle/>
        <a:p>
          <a:pPr marL="0" lvl="0" indent="0" algn="ctr" defTabSz="933450" rtl="0">
            <a:lnSpc>
              <a:spcPct val="90000"/>
            </a:lnSpc>
            <a:spcBef>
              <a:spcPct val="0"/>
            </a:spcBef>
            <a:spcAft>
              <a:spcPct val="35000"/>
            </a:spcAft>
            <a:buNone/>
          </a:pPr>
          <a:endParaRPr lang="pt-BR" sz="2100" kern="1200" dirty="0"/>
        </a:p>
      </dsp:txBody>
      <dsp:txXfrm>
        <a:off x="9665325" y="3047464"/>
        <a:ext cx="263050" cy="359901"/>
      </dsp:txXfrm>
    </dsp:sp>
  </dsp:spTree>
</dsp:drawing>
</file>

<file path=ppt/diagrams/layout12.xml><?xml version="1.0" encoding="utf-8"?>
<dgm:layoutDef xmlns:dgm="http://schemas.openxmlformats.org/drawingml/2006/diagram" xmlns:a="http://schemas.openxmlformats.org/drawingml/2006/main" uniqueId="urn:microsoft.com/office/officeart/2018/2/layout/IconVerticalSolidList#9">
  <dgm:title val="Lista Sólida vertical de Ícones"/>
  <dgm:desc val="Use para mostrar uma série de recursos visuais de cima para baixo com texto de Nível 1 ou de Nível 1 e Nível 2 de agrupados em uma forma. Funciona melhor com ícones ou imagens pequenas com descrições mais longa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18/5/layout/IconCircleLabelList#9">
  <dgm:title val="Lista de Rótulos de Círculos de Ícone"/>
  <dgm:desc val="Use para mostrar blocos de informações não sequenciais ou agrupados, acompanhados por elementos visuais relacionados. Funciona melhor com ícones ou pequenas imagens com legendas de texto curto."/>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1.xml.rels>&#65279;<?xml version="1.0" encoding="utf-8"?><Relationships xmlns="http://schemas.openxmlformats.org/package/2006/relationships"><Relationship Type="http://schemas.openxmlformats.org/officeDocument/2006/relationships/theme" Target="/ppt/theme/theme33.xml" Id="rId1" /></Relationships>
</file>

<file path=ppt/handoutMasters/handoutMaster1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a:p>
        </p:txBody>
      </p:sp>
      <p:sp>
        <p:nvSpPr>
          <p:cNvPr id="3" name="Espaço Reservado para Data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pt-BR" sz="1200"/>
            </a:lvl1pPr>
          </a:lstStyle>
          <a:p>
            <a:pPr rtl="0"/>
            <a:fld id="{BD8333A3-8533-4CAD-9031-104B113FF5DA}" type="datetime1">
              <a:rPr lang="pt-BR" smtClean="0"/>
              <a:t>17/03/2022</a:t>
            </a:fld>
            <a:endParaRPr lang="pt-BR"/>
          </a:p>
        </p:txBody>
      </p:sp>
      <p:sp>
        <p:nvSpPr>
          <p:cNvPr id="4" name="Espaço Reservado para Rodapé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a:p>
        </p:txBody>
      </p:sp>
      <p:sp>
        <p:nvSpPr>
          <p:cNvPr id="5" name="Espaço Reservado para o Número do Slide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9E3B048B-0EBA-466F-928F-37073F3BFB70}" type="slidenum">
              <a:rPr lang="pt-BR" smtClean="0"/>
              <a:t>‹#›</a:t>
            </a:fld>
            <a:endParaRPr lang="pt-BR"/>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f hdr="0" ftr="0" dt="0"/>
</p:handoutMaster>
</file>

<file path=ppt/notesMasters/_rels/notesMaster11.xml.rels>&#65279;<?xml version="1.0" encoding="utf-8"?><Relationships xmlns="http://schemas.openxmlformats.org/package/2006/relationships"><Relationship Type="http://schemas.openxmlformats.org/officeDocument/2006/relationships/theme" Target="/ppt/theme/theme21.xml" Id="rId1" /></Relationships>
</file>

<file path=ppt/notesMasters/notesMaster1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noProof="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pt-BR" sz="1200"/>
            </a:lvl1pPr>
          </a:lstStyle>
          <a:p>
            <a:fld id="{E17764CE-BABC-42B5-A397-5300DDAA4CCD}" type="datetime1">
              <a:rPr lang="pt-BR" smtClean="0"/>
              <a:pPr/>
              <a:t>17/03/2022</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pt-BR"/>
            </a:defPPr>
          </a:lstStyle>
          <a:p>
            <a:pPr rtl="0"/>
            <a:endParaRPr lang="pt-BR" noProof="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pt-BR"/>
            </a:defPPr>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4AED498D-6977-40EC-8E5E-7EB644D5E759}" type="slidenum">
              <a:rPr lang="pt-BR" noProof="0" smtClean="0"/>
              <a:t>‹#›</a:t>
            </a:fld>
            <a:endParaRPr lang="pt-BR" noProof="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pt-BR" sz="1200" kern="1200">
        <a:solidFill>
          <a:schemeClr val="tx1"/>
        </a:solidFill>
        <a:latin typeface="+mn-lt"/>
        <a:ea typeface="+mn-ea"/>
        <a:cs typeface="+mn-cs"/>
      </a:defRPr>
    </a:lvl1pPr>
    <a:lvl2pPr marL="457200" algn="l" defTabSz="914400" rtl="0" eaLnBrk="1" latinLnBrk="0" hangingPunct="1">
      <a:defRPr lang="pt-BR" sz="1200" kern="1200">
        <a:solidFill>
          <a:schemeClr val="tx1"/>
        </a:solidFill>
        <a:latin typeface="+mn-lt"/>
        <a:ea typeface="+mn-ea"/>
        <a:cs typeface="+mn-cs"/>
      </a:defRPr>
    </a:lvl2pPr>
    <a:lvl3pPr marL="914400" algn="l" defTabSz="914400" rtl="0" eaLnBrk="1" latinLnBrk="0" hangingPunct="1">
      <a:defRPr lang="pt-BR" sz="1200" kern="1200">
        <a:solidFill>
          <a:schemeClr val="tx1"/>
        </a:solidFill>
        <a:latin typeface="+mn-lt"/>
        <a:ea typeface="+mn-ea"/>
        <a:cs typeface="+mn-cs"/>
      </a:defRPr>
    </a:lvl3pPr>
    <a:lvl4pPr marL="1371600" algn="l" defTabSz="914400" rtl="0" eaLnBrk="1" latinLnBrk="0" hangingPunct="1">
      <a:defRPr lang="pt-BR" sz="1200" kern="1200">
        <a:solidFill>
          <a:schemeClr val="tx1"/>
        </a:solidFill>
        <a:latin typeface="+mn-lt"/>
        <a:ea typeface="+mn-ea"/>
        <a:cs typeface="+mn-cs"/>
      </a:defRPr>
    </a:lvl4pPr>
    <a:lvl5pPr marL="1828800" algn="l" defTabSz="914400" rtl="0" eaLnBrk="1" latinLnBrk="0" hangingPunct="1">
      <a:defRPr lang="pt-BR" sz="1200" kern="1200">
        <a:solidFill>
          <a:schemeClr val="tx1"/>
        </a:solidFill>
        <a:latin typeface="+mn-lt"/>
        <a:ea typeface="+mn-ea"/>
        <a:cs typeface="+mn-cs"/>
      </a:defRPr>
    </a:lvl5pPr>
    <a:lvl6pPr marL="2286000" algn="l" defTabSz="914400" rtl="0" eaLnBrk="1" latinLnBrk="0" hangingPunct="1">
      <a:defRPr lang="pt-BR" sz="1200" kern="1200">
        <a:solidFill>
          <a:schemeClr val="tx1"/>
        </a:solidFill>
        <a:latin typeface="+mn-lt"/>
        <a:ea typeface="+mn-ea"/>
        <a:cs typeface="+mn-cs"/>
      </a:defRPr>
    </a:lvl6pPr>
    <a:lvl7pPr marL="2743200" algn="l" defTabSz="914400" rtl="0" eaLnBrk="1" latinLnBrk="0" hangingPunct="1">
      <a:defRPr lang="pt-BR" sz="1200" kern="1200">
        <a:solidFill>
          <a:schemeClr val="tx1"/>
        </a:solidFill>
        <a:latin typeface="+mn-lt"/>
        <a:ea typeface="+mn-ea"/>
        <a:cs typeface="+mn-cs"/>
      </a:defRPr>
    </a:lvl7pPr>
    <a:lvl8pPr marL="3200400" algn="l" defTabSz="914400" rtl="0" eaLnBrk="1" latinLnBrk="0" hangingPunct="1">
      <a:defRPr lang="pt-BR" sz="1200" kern="1200">
        <a:solidFill>
          <a:schemeClr val="tx1"/>
        </a:solidFill>
        <a:latin typeface="+mn-lt"/>
        <a:ea typeface="+mn-ea"/>
        <a:cs typeface="+mn-cs"/>
      </a:defRPr>
    </a:lvl8pPr>
    <a:lvl9pPr marL="3657600" algn="l" defTabSz="914400" rtl="0" eaLnBrk="1" latinLnBrk="0" hangingPunct="1">
      <a:defRPr lang="pt-BR" sz="1200" kern="1200">
        <a:solidFill>
          <a:schemeClr val="tx1"/>
        </a:solidFill>
        <a:latin typeface="+mn-lt"/>
        <a:ea typeface="+mn-ea"/>
        <a:cs typeface="+mn-cs"/>
      </a:defRPr>
    </a:lvl9pPr>
  </p:notesStyle>
</p:notesMaster>
</file>

<file path=ppt/notesSlides/_rels/notesSlide17.xml.rels>&#65279;<?xml version="1.0" encoding="utf-8"?><Relationships xmlns="http://schemas.openxmlformats.org/package/2006/relationships"><Relationship Type="http://schemas.openxmlformats.org/officeDocument/2006/relationships/slide" Target="/ppt/slides/slide17.xml" Id="rId2" /><Relationship Type="http://schemas.openxmlformats.org/officeDocument/2006/relationships/notesMaster" Target="/ppt/notesMasters/notesMaster11.xml" Id="rId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Id2" /><Relationship Type="http://schemas.openxmlformats.org/officeDocument/2006/relationships/notesMaster" Target="/ppt/notesMasters/notesMaster11.xml" Id="rId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Id2" /><Relationship Type="http://schemas.openxmlformats.org/officeDocument/2006/relationships/notesMaster" Target="/ppt/notesMasters/notesMaster11.xml" Id="rI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Id2" /><Relationship Type="http://schemas.openxmlformats.org/officeDocument/2006/relationships/notesMaster" Target="/ppt/notesMasters/notesMaster11.xml" Id="rId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Id2" /><Relationship Type="http://schemas.openxmlformats.org/officeDocument/2006/relationships/notesMaster" Target="/ppt/notesMasters/notesMaster11.xml" Id="rId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Id2" /><Relationship Type="http://schemas.openxmlformats.org/officeDocument/2006/relationships/notesMaster" Target="/ppt/notesMasters/notesMaster11.xml" Id="rId1"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Id2" /><Relationship Type="http://schemas.openxmlformats.org/officeDocument/2006/relationships/notesMaster" Target="/ppt/notesMasters/notesMaster11.xml" Id="rId1"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Id2" /><Relationship Type="http://schemas.openxmlformats.org/officeDocument/2006/relationships/notesMaster" Target="/ppt/notesMasters/notesMaster11.xml" Id="rId1"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Id2" /><Relationship Type="http://schemas.openxmlformats.org/officeDocument/2006/relationships/notesMaster" Target="/ppt/notesMasters/notesMaster11.xml" Id="rId1" /></Relationships>
</file>

<file path=ppt/notesSlides/_rels/notesSlide510.xml.rels>&#65279;<?xml version="1.0" encoding="utf-8"?><Relationships xmlns="http://schemas.openxmlformats.org/package/2006/relationships"><Relationship Type="http://schemas.openxmlformats.org/officeDocument/2006/relationships/slide" Target="/ppt/slides/slide510.xml" Id="rId2" /><Relationship Type="http://schemas.openxmlformats.org/officeDocument/2006/relationships/notesMaster" Target="/ppt/notesMasters/notesMaster11.xml" Id="rId1" /></Relationships>
</file>

<file path=ppt/notesSlides/_rels/notesSlide1011.xml.rels>&#65279;<?xml version="1.0" encoding="utf-8"?><Relationships xmlns="http://schemas.openxmlformats.org/package/2006/relationships"><Relationship Type="http://schemas.openxmlformats.org/officeDocument/2006/relationships/slide" Target="/ppt/slides/slide1011.xml" Id="rId2" /><Relationship Type="http://schemas.openxmlformats.org/officeDocument/2006/relationships/notesMaster" Target="/ppt/notesMasters/notesMaster11.xml" Id="rId1" /></Relationship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noProof="0"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1</a:t>
            </a:fld>
            <a:endParaRPr lang="pt-BR" dirty="0"/>
          </a:p>
        </p:txBody>
      </p:sp>
    </p:spTree>
    <p:extLst>
      <p:ext uri="{BB962C8B-B14F-4D97-AF65-F5344CB8AC3E}">
        <p14:creationId xmlns:p14="http://schemas.microsoft.com/office/powerpoint/2010/main" val="38127833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2</a:t>
            </a:fld>
            <a:endParaRPr lang="pt-BR" dirty="0"/>
          </a:p>
        </p:txBody>
      </p:sp>
    </p:spTree>
    <p:extLst>
      <p:ext uri="{BB962C8B-B14F-4D97-AF65-F5344CB8AC3E}">
        <p14:creationId xmlns:p14="http://schemas.microsoft.com/office/powerpoint/2010/main" val="24069136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3</a:t>
            </a:fld>
            <a:endParaRPr lang="pt-BR" dirty="0"/>
          </a:p>
        </p:txBody>
      </p:sp>
    </p:spTree>
    <p:extLst>
      <p:ext uri="{BB962C8B-B14F-4D97-AF65-F5344CB8AC3E}">
        <p14:creationId xmlns:p14="http://schemas.microsoft.com/office/powerpoint/2010/main" val="3657420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4</a:t>
            </a:fld>
            <a:endParaRPr lang="pt-BR" dirty="0"/>
          </a:p>
        </p:txBody>
      </p:sp>
    </p:spTree>
    <p:extLst>
      <p:ext uri="{BB962C8B-B14F-4D97-AF65-F5344CB8AC3E}">
        <p14:creationId xmlns:p14="http://schemas.microsoft.com/office/powerpoint/2010/main" val="27475260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6</a:t>
            </a:fld>
            <a:endParaRPr lang="pt-BR" dirty="0"/>
          </a:p>
        </p:txBody>
      </p:sp>
    </p:spTree>
    <p:extLst>
      <p:ext uri="{BB962C8B-B14F-4D97-AF65-F5344CB8AC3E}">
        <p14:creationId xmlns:p14="http://schemas.microsoft.com/office/powerpoint/2010/main" val="39046339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noProof="0"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7</a:t>
            </a:fld>
            <a:endParaRPr lang="pt-BR" dirty="0"/>
          </a:p>
        </p:txBody>
      </p:sp>
    </p:spTree>
    <p:extLst>
      <p:ext uri="{BB962C8B-B14F-4D97-AF65-F5344CB8AC3E}">
        <p14:creationId xmlns:p14="http://schemas.microsoft.com/office/powerpoint/2010/main" val="34051824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8</a:t>
            </a:fld>
            <a:endParaRPr lang="pt-BR" dirty="0"/>
          </a:p>
        </p:txBody>
      </p:sp>
    </p:spTree>
    <p:extLst>
      <p:ext uri="{BB962C8B-B14F-4D97-AF65-F5344CB8AC3E}">
        <p14:creationId xmlns:p14="http://schemas.microsoft.com/office/powerpoint/2010/main" val="19776552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9</a:t>
            </a:fld>
            <a:endParaRPr lang="pt-BR" dirty="0"/>
          </a:p>
        </p:txBody>
      </p:sp>
    </p:spTree>
    <p:extLst>
      <p:ext uri="{BB962C8B-B14F-4D97-AF65-F5344CB8AC3E}">
        <p14:creationId xmlns:p14="http://schemas.microsoft.com/office/powerpoint/2010/main" val="163634553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11</a:t>
            </a:fld>
            <a:endParaRPr lang="pt-BR" dirty="0"/>
          </a:p>
        </p:txBody>
      </p:sp>
    </p:spTree>
    <p:extLst>
      <p:ext uri="{BB962C8B-B14F-4D97-AF65-F5344CB8AC3E}">
        <p14:creationId xmlns:p14="http://schemas.microsoft.com/office/powerpoint/2010/main" val="3871332900"/>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5</a:t>
            </a:fld>
            <a:endParaRPr lang="pt-BR" dirty="0"/>
          </a:p>
        </p:txBody>
      </p:sp>
    </p:spTree>
    <p:extLst>
      <p:ext uri="{BB962C8B-B14F-4D97-AF65-F5344CB8AC3E}">
        <p14:creationId xmlns:p14="http://schemas.microsoft.com/office/powerpoint/2010/main" val="532401816"/>
      </p:ext>
    </p:extLst>
  </p:cSld>
  <p:clrMapOvr>
    <a:masterClrMapping/>
  </p:clrMapOvr>
</p:notes>
</file>

<file path=ppt/notesSlides/notesSlide10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anotaçõe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4AED498D-6977-40EC-8E5E-7EB644D5E759}" type="slidenum">
              <a:rPr lang="pt-BR" smtClean="0"/>
              <a:t>10</a:t>
            </a:fld>
            <a:endParaRPr lang="pt-BR" dirty="0"/>
          </a:p>
        </p:txBody>
      </p:sp>
    </p:spTree>
    <p:extLst>
      <p:ext uri="{BB962C8B-B14F-4D97-AF65-F5344CB8AC3E}">
        <p14:creationId xmlns:p14="http://schemas.microsoft.com/office/powerpoint/2010/main" val="1385041962"/>
      </p:ext>
    </p:extLst>
  </p:cSld>
  <p:clrMapOvr>
    <a:masterClrMapping/>
  </p:clrMapOvr>
</p:notes>
</file>

<file path=ppt/slideLayouts/_rels/slideLayout18.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126.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133.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412.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913.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1011.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_rels/slideLayout1110.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hasCustomPrompt="1"/>
          </p:nvPr>
        </p:nvSpPr>
        <p:spPr>
          <a:xfrm>
            <a:off x="1097280" y="758952"/>
            <a:ext cx="10058400" cy="3566160"/>
          </a:xfrm>
        </p:spPr>
        <p:txBody>
          <a:bodyPr rtlCol="0" anchor="b">
            <a:normAutofit/>
          </a:bodyPr>
          <a:lstStyle>
            <a:lvl1pPr algn="l">
              <a:lnSpc>
                <a:spcPct val="90000"/>
              </a:lnSpc>
              <a:defRPr lang="pt-BR" sz="8000" spc="-50" baseline="0">
                <a:solidFill>
                  <a:schemeClr val="tx1">
                    <a:lumMod val="85000"/>
                    <a:lumOff val="15000"/>
                  </a:schemeClr>
                </a:solidFill>
              </a:defRPr>
            </a:lvl1pPr>
          </a:lstStyle>
          <a:p>
            <a:pPr rtl="0"/>
            <a:r>
              <a:rPr lang="pt-BR" noProof="0"/>
              <a:t>Clique para editar o estilo de título Mestre</a:t>
            </a:r>
          </a:p>
        </p:txBody>
      </p:sp>
      <p:sp>
        <p:nvSpPr>
          <p:cNvPr id="3" name="Subtítulo 2"/>
          <p:cNvSpPr>
            <a:spLocks noGrp="1"/>
          </p:cNvSpPr>
          <p:nvPr>
            <p:ph type="subTitle" idx="1" hasCustomPrompt="1"/>
          </p:nvPr>
        </p:nvSpPr>
        <p:spPr>
          <a:xfrm>
            <a:off x="1100051" y="4645152"/>
            <a:ext cx="10058400" cy="1143000"/>
          </a:xfrm>
        </p:spPr>
        <p:txBody>
          <a:bodyPr lIns="91440" rIns="91440" rtlCol="0">
            <a:normAutofit/>
          </a:bodyPr>
          <a:lstStyle>
            <a:lvl1pPr marL="0" indent="0" algn="l">
              <a:buNone/>
              <a:defRPr lang="pt-BR" sz="2400" cap="all" spc="200" baseline="0">
                <a:solidFill>
                  <a:schemeClr val="accent1">
                    <a:lumMod val="40000"/>
                    <a:lumOff val="60000"/>
                  </a:schemeClr>
                </a:solidFill>
                <a:latin typeface="+mn-lt"/>
              </a:defRPr>
            </a:lvl1pPr>
            <a:lvl2pPr marL="457200" indent="0" algn="ctr">
              <a:buNone/>
              <a:defRPr lang="pt-BR" sz="2400"/>
            </a:lvl2pPr>
            <a:lvl3pPr marL="914400" indent="0" algn="ctr">
              <a:buNone/>
              <a:defRPr lang="pt-BR" sz="2400"/>
            </a:lvl3pPr>
            <a:lvl4pPr marL="1371600" indent="0" algn="ctr">
              <a:buNone/>
              <a:defRPr lang="pt-BR" sz="2000"/>
            </a:lvl4pPr>
            <a:lvl5pPr marL="1828800" indent="0" algn="ctr">
              <a:buNone/>
              <a:defRPr lang="pt-BR" sz="2000"/>
            </a:lvl5pPr>
            <a:lvl6pPr marL="2286000" indent="0" algn="ctr">
              <a:buNone/>
              <a:defRPr lang="pt-BR" sz="2000"/>
            </a:lvl6pPr>
            <a:lvl7pPr marL="2743200" indent="0" algn="ctr">
              <a:buNone/>
              <a:defRPr lang="pt-BR" sz="2000"/>
            </a:lvl7pPr>
            <a:lvl8pPr marL="3200400" indent="0" algn="ctr">
              <a:buNone/>
              <a:defRPr lang="pt-BR" sz="2000"/>
            </a:lvl8pPr>
            <a:lvl9pPr marL="3657600" indent="0" algn="ctr">
              <a:buNone/>
              <a:defRPr lang="pt-BR" sz="2000"/>
            </a:lvl9pPr>
          </a:lstStyle>
          <a:p>
            <a:pPr rtl="0"/>
            <a:r>
              <a:rPr lang="pt-BR" noProof="0"/>
              <a:t>Clique para editar o estilo de subtítulo Mestre</a:t>
            </a:r>
          </a:p>
        </p:txBody>
      </p:sp>
      <p:cxnSp>
        <p:nvCxnSpPr>
          <p:cNvPr id="9" name="Conector Reto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Espaço Reservado para Dat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defPPr>
              <a:defRPr lang="pt-BR"/>
            </a:defPPr>
          </a:lstStyle>
          <a:p>
            <a:pPr rtl="0"/>
            <a:fld id="{A2702257-7CA6-4097-B415-FB0BE671B004}" type="datetime1">
              <a:rPr lang="pt-BR" noProof="0" smtClean="0"/>
              <a:t>17/03/2022</a:t>
            </a:fld>
            <a:endParaRPr lang="pt-BR" noProof="0"/>
          </a:p>
        </p:txBody>
      </p:sp>
      <p:sp>
        <p:nvSpPr>
          <p:cNvPr id="5" name="Espaço Reservado para Rodapé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defPPr>
              <a:defRPr lang="pt-BR"/>
            </a:defPPr>
          </a:lstStyle>
          <a:p>
            <a:pPr rtl="0"/>
            <a:r>
              <a:rPr lang="pt-BR" noProof="0"/>
              <a:t>ENSINE UM CURSO</a:t>
            </a:r>
          </a:p>
        </p:txBody>
      </p:sp>
      <p:sp>
        <p:nvSpPr>
          <p:cNvPr id="6" name="Espaço Reservado para o Número do Slide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defPPr>
              <a:defRPr lang="pt-BR"/>
            </a:defPPr>
          </a:lstStyle>
          <a:p>
            <a:pPr rtl="0"/>
            <a:fld id="{3A98EE3D-8CD1-4C3F-BD1C-C98C9596463C}" type="slidenum">
              <a:rPr lang="pt-BR" noProof="0" smtClean="0"/>
              <a:t>‹#›</a:t>
            </a:fld>
            <a:endParaRPr lang="pt-BR" noProof="0"/>
          </a:p>
        </p:txBody>
      </p:sp>
    </p:spTree>
    <p:extLst>
      <p:ext uri="{BB962C8B-B14F-4D97-AF65-F5344CB8AC3E}">
        <p14:creationId xmlns:p14="http://schemas.microsoft.com/office/powerpoint/2010/main" val="42715042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097280" y="758952"/>
            <a:ext cx="10058400" cy="3566160"/>
          </a:xfrm>
        </p:spPr>
        <p:txBody>
          <a:bodyPr rtlCol="0" anchor="b" anchorCtr="0">
            <a:normAutofit/>
          </a:bodyPr>
          <a:lstStyle>
            <a:lvl1pPr>
              <a:lnSpc>
                <a:spcPct val="90000"/>
              </a:lnSpc>
              <a:defRPr lang="pt-BR" sz="8000" b="0">
                <a:solidFill>
                  <a:schemeClr val="tx1">
                    <a:lumMod val="85000"/>
                    <a:lumOff val="15000"/>
                  </a:schemeClr>
                </a:solidFill>
              </a:defRPr>
            </a:lvl1pPr>
          </a:lstStyle>
          <a:p>
            <a:pPr rtl="0"/>
            <a:r>
              <a:rPr lang="pt-BR"/>
              <a:t>Clique para editar o estilo de título Mestre</a:t>
            </a:r>
            <a:endParaRPr lang="pt-BR" dirty="0"/>
          </a:p>
        </p:txBody>
      </p:sp>
      <p:sp>
        <p:nvSpPr>
          <p:cNvPr id="3" name="Espaço Reservado para Texto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lang="pt-BR" sz="2400" cap="all" spc="200" baseline="0">
                <a:solidFill>
                  <a:schemeClr val="tx1"/>
                </a:solidFill>
                <a:latin typeface="+mn-lt"/>
              </a:defRPr>
            </a:lvl1pPr>
            <a:lvl2pPr marL="457200" indent="0">
              <a:buNone/>
              <a:defRPr lang="pt-BR" sz="1800">
                <a:solidFill>
                  <a:schemeClr val="tx1">
                    <a:tint val="75000"/>
                  </a:schemeClr>
                </a:solidFill>
              </a:defRPr>
            </a:lvl2pPr>
            <a:lvl3pPr marL="914400" indent="0">
              <a:buNone/>
              <a:defRPr lang="pt-BR" sz="1600">
                <a:solidFill>
                  <a:schemeClr val="tx1">
                    <a:tint val="75000"/>
                  </a:schemeClr>
                </a:solidFill>
              </a:defRPr>
            </a:lvl3pPr>
            <a:lvl4pPr marL="1371600" indent="0">
              <a:buNone/>
              <a:defRPr lang="pt-BR" sz="1400">
                <a:solidFill>
                  <a:schemeClr val="tx1">
                    <a:tint val="75000"/>
                  </a:schemeClr>
                </a:solidFill>
              </a:defRPr>
            </a:lvl4pPr>
            <a:lvl5pPr marL="1828800" indent="0">
              <a:buNone/>
              <a:defRPr lang="pt-BR" sz="1400">
                <a:solidFill>
                  <a:schemeClr val="tx1">
                    <a:tint val="75000"/>
                  </a:schemeClr>
                </a:solidFill>
              </a:defRPr>
            </a:lvl5pPr>
            <a:lvl6pPr marL="2286000" indent="0">
              <a:buNone/>
              <a:defRPr lang="pt-BR" sz="1400">
                <a:solidFill>
                  <a:schemeClr val="tx1">
                    <a:tint val="75000"/>
                  </a:schemeClr>
                </a:solidFill>
              </a:defRPr>
            </a:lvl6pPr>
            <a:lvl7pPr marL="2743200" indent="0">
              <a:buNone/>
              <a:defRPr lang="pt-BR" sz="1400">
                <a:solidFill>
                  <a:schemeClr val="tx1">
                    <a:tint val="75000"/>
                  </a:schemeClr>
                </a:solidFill>
              </a:defRPr>
            </a:lvl7pPr>
            <a:lvl8pPr marL="3200400" indent="0">
              <a:buNone/>
              <a:defRPr lang="pt-BR" sz="1400">
                <a:solidFill>
                  <a:schemeClr val="tx1">
                    <a:tint val="75000"/>
                  </a:schemeClr>
                </a:solidFill>
              </a:defRPr>
            </a:lvl8pPr>
            <a:lvl9pPr marL="3657600" indent="0">
              <a:buNone/>
              <a:defRPr lang="pt-BR" sz="1400">
                <a:solidFill>
                  <a:schemeClr val="tx1">
                    <a:tint val="75000"/>
                  </a:schemeClr>
                </a:solidFill>
              </a:defRPr>
            </a:lvl9pPr>
          </a:lstStyle>
          <a:p>
            <a:pPr lvl="0" rtl="0"/>
            <a:r>
              <a:rPr lang="pt-BR"/>
              <a:t>Clique para editar o texto Mestre</a:t>
            </a:r>
          </a:p>
        </p:txBody>
      </p:sp>
      <p:cxnSp>
        <p:nvCxnSpPr>
          <p:cNvPr id="9" name="Conector Reto 8">
            <a:extLst>
              <a:ext uri="{FF2B5EF4-FFF2-40B4-BE49-F238E27FC236}">
                <a16:creationId xmlns:a16="http://schemas.microsoft.com/office/drawing/2014/main" id="{459DE2C1-4C52-40A3-8959-27B2C1BEBFF6}"/>
              </a:ext>
            </a:extLst>
          </p:cNvPr>
          <p:cNvCxnSpPr/>
          <p:nvPr userDrawn="1"/>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Espaço Reservado para Dat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pt-BR"/>
            </a:defPPr>
          </a:lstStyle>
          <a:p>
            <a:pPr rtl="0"/>
            <a:fld id="{E905D150-BA56-4D61-8FAF-3A7AA9987AA8}" type="datetime1">
              <a:rPr lang="pt-BR" smtClean="0"/>
              <a:t>17/03/2022</a:t>
            </a:fld>
            <a:endParaRPr lang="pt-BR" dirty="0"/>
          </a:p>
        </p:txBody>
      </p:sp>
      <p:sp>
        <p:nvSpPr>
          <p:cNvPr id="8" name="Espaço Reservado para Rodapé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pt-BR"/>
            </a:defPPr>
          </a:lstStyle>
          <a:p>
            <a:pPr rtl="0"/>
            <a:r>
              <a:rPr lang="pt-BR"/>
              <a:t>ENSINE UM CURSO</a:t>
            </a:r>
          </a:p>
        </p:txBody>
      </p:sp>
      <p:sp>
        <p:nvSpPr>
          <p:cNvPr id="11" name="Espaço Reservado para o Número do Slide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14083137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Dois conteúdos">
    <p:spTree>
      <p:nvGrpSpPr>
        <p:cNvPr id="1" name=""/>
        <p:cNvGrpSpPr/>
        <p:nvPr/>
      </p:nvGrpSpPr>
      <p:grpSpPr>
        <a:xfrm>
          <a:off x="0" y="0"/>
          <a:ext cx="0" cy="0"/>
          <a:chOff x="0" y="0"/>
          <a:chExt cx="0" cy="0"/>
        </a:xfrm>
      </p:grpSpPr>
      <p:sp>
        <p:nvSpPr>
          <p:cNvPr id="8" name="Título 7"/>
          <p:cNvSpPr>
            <a:spLocks noGrp="1"/>
          </p:cNvSpPr>
          <p:nvPr>
            <p:ph type="title"/>
          </p:nvPr>
        </p:nvSpPr>
        <p:spPr>
          <a:xfrm>
            <a:off x="1097280" y="286603"/>
            <a:ext cx="10058400" cy="1450757"/>
          </a:xfrm>
        </p:spPr>
        <p:txBody>
          <a:bodyPr rtlCol="0"/>
          <a:lstStyle>
            <a:defPPr>
              <a:defRPr lang="pt-BR"/>
            </a:defPPr>
          </a:lstStyle>
          <a:p>
            <a:pPr rtl="0"/>
            <a:r>
              <a:rPr lang="pt-BR"/>
              <a:t>Clique para editar o estilo de título Mestre</a:t>
            </a:r>
            <a:endParaRPr lang="pt-BR" dirty="0"/>
          </a:p>
        </p:txBody>
      </p:sp>
      <p:sp>
        <p:nvSpPr>
          <p:cNvPr id="3" name="Espaço Reservado para Conteúdo 2"/>
          <p:cNvSpPr>
            <a:spLocks noGrp="1"/>
          </p:cNvSpPr>
          <p:nvPr>
            <p:ph sz="half" idx="1"/>
          </p:nvPr>
        </p:nvSpPr>
        <p:spPr>
          <a:xfrm>
            <a:off x="1097280" y="2120900"/>
            <a:ext cx="4639736" cy="3748193"/>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4" name="Espaço Reservado para Conteúdo 3"/>
          <p:cNvSpPr>
            <a:spLocks noGrp="1"/>
          </p:cNvSpPr>
          <p:nvPr>
            <p:ph sz="half" idx="2"/>
          </p:nvPr>
        </p:nvSpPr>
        <p:spPr>
          <a:xfrm>
            <a:off x="6515944" y="2120900"/>
            <a:ext cx="4639736" cy="3748194"/>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2" name="Espaço Reservado para Dat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defPPr>
              <a:defRPr lang="pt-BR"/>
            </a:defPPr>
          </a:lstStyle>
          <a:p>
            <a:pPr rtl="0"/>
            <a:fld id="{F7E873B0-5BB5-4826-B1C9-E772A85A2FB7}" type="datetime1">
              <a:rPr lang="pt-BR" smtClean="0"/>
              <a:t>17/03/2022</a:t>
            </a:fld>
            <a:endParaRPr lang="pt-BR" dirty="0"/>
          </a:p>
        </p:txBody>
      </p:sp>
      <p:sp>
        <p:nvSpPr>
          <p:cNvPr id="9" name="Espaço Reservado para Rodapé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defPPr>
              <a:defRPr lang="pt-BR"/>
            </a:defPPr>
          </a:lstStyle>
          <a:p>
            <a:pPr rtl="0"/>
            <a:r>
              <a:rPr lang="pt-BR"/>
              <a:t>ENSINE UM CURSO</a:t>
            </a:r>
          </a:p>
        </p:txBody>
      </p:sp>
      <p:sp>
        <p:nvSpPr>
          <p:cNvPr id="10" name="Espaço Reservado para o Número do Slide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37081603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Imagem com legenda">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Espaço Reservado para Dat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pt-BR"/>
            </a:defPPr>
          </a:lstStyle>
          <a:p>
            <a:pPr rtl="0"/>
            <a:fld id="{DD45E9ED-4610-4813-85E5-9B2C31A66458}" type="datetime1">
              <a:rPr lang="pt-BR" smtClean="0"/>
              <a:t>17/03/2022</a:t>
            </a:fld>
            <a:endParaRPr lang="pt-BR" dirty="0"/>
          </a:p>
        </p:txBody>
      </p:sp>
      <p:sp>
        <p:nvSpPr>
          <p:cNvPr id="8" name="Espaço Reservado para Rodapé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pt-BR"/>
            </a:defPPr>
          </a:lstStyle>
          <a:p>
            <a:pPr rtl="0"/>
            <a:r>
              <a:rPr lang="pt-BR"/>
              <a:t>ENSINE UM CURSO</a:t>
            </a:r>
          </a:p>
        </p:txBody>
      </p:sp>
      <p:sp>
        <p:nvSpPr>
          <p:cNvPr id="11" name="Espaço Reservado para o Número do Slide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
        <p:nvSpPr>
          <p:cNvPr id="12" name="Espaço Reservado para Imagem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rtlCol="0" anchor="ctr" anchorCtr="0">
            <a:normAutofit/>
          </a:bodyPr>
          <a:lstStyle>
            <a:lvl1pPr algn="ctr">
              <a:defRPr lang="pt-BR" sz="1600"/>
            </a:lvl1pPr>
          </a:lstStyle>
          <a:p>
            <a:pPr rtl="0"/>
            <a:r>
              <a:rPr lang="pt-BR"/>
              <a:t>Clique no ícone para adicionar uma imagem</a:t>
            </a:r>
            <a:endParaRPr lang="pt-BR" dirty="0"/>
          </a:p>
        </p:txBody>
      </p:sp>
      <p:sp>
        <p:nvSpPr>
          <p:cNvPr id="13" name="Título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684000" tIns="108000" rtlCol="0" anchor="ctr" anchorCtr="0">
            <a:normAutofit/>
          </a:bodyPr>
          <a:lstStyle>
            <a:lvl1pPr>
              <a:defRPr lang="pt-BR" sz="3600"/>
            </a:lvl1pPr>
          </a:lstStyle>
          <a:p>
            <a:pPr rtl="0"/>
            <a:r>
              <a:rPr lang="pt-BR"/>
              <a:t>Clique para editar o estilo de título Mestre</a:t>
            </a:r>
            <a:endParaRPr lang="pt-BR" dirty="0"/>
          </a:p>
        </p:txBody>
      </p:sp>
      <p:sp>
        <p:nvSpPr>
          <p:cNvPr id="14" name="Espaço Reservado para Conteúdo 2">
            <a:extLst>
              <a:ext uri="{FF2B5EF4-FFF2-40B4-BE49-F238E27FC236}">
                <a16:creationId xmlns:a16="http://schemas.microsoft.com/office/drawing/2014/main" id="{B8349DBD-05C9-497A-BAB7-08CE307FB98A}"/>
              </a:ext>
            </a:extLst>
          </p:cNvPr>
          <p:cNvSpPr>
            <a:spLocks noGrp="1"/>
          </p:cNvSpPr>
          <p:nvPr>
            <p:ph sz="half" idx="1"/>
          </p:nvPr>
        </p:nvSpPr>
        <p:spPr>
          <a:xfrm>
            <a:off x="747981" y="1812759"/>
            <a:ext cx="10905457" cy="4088418"/>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cxnSp>
        <p:nvCxnSpPr>
          <p:cNvPr id="16" name="Conector Reto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3296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Dois conteúdos">
    <p:spTree>
      <p:nvGrpSpPr>
        <p:cNvPr id="1" name=""/>
        <p:cNvGrpSpPr/>
        <p:nvPr/>
      </p:nvGrpSpPr>
      <p:grpSpPr>
        <a:xfrm>
          <a:off x="0" y="0"/>
          <a:ext cx="0" cy="0"/>
          <a:chOff x="0" y="0"/>
          <a:chExt cx="0" cy="0"/>
        </a:xfrm>
      </p:grpSpPr>
      <p:sp>
        <p:nvSpPr>
          <p:cNvPr id="6" name="Espaço Reservado para Imagem 5">
            <a:extLst>
              <a:ext uri="{FF2B5EF4-FFF2-40B4-BE49-F238E27FC236}">
                <a16:creationId xmlns:a16="http://schemas.microsoft.com/office/drawing/2014/main" id="{EC21F8EC-6CCD-434E-925E-0A9FF574DA19}"/>
              </a:ext>
            </a:extLst>
          </p:cNvPr>
          <p:cNvSpPr>
            <a:spLocks noGrp="1"/>
          </p:cNvSpPr>
          <p:nvPr>
            <p:ph type="pic" sz="quarter" idx="13"/>
          </p:nvPr>
        </p:nvSpPr>
        <p:spPr>
          <a:xfrm>
            <a:off x="0" y="1907362"/>
            <a:ext cx="12192000" cy="4493433"/>
          </a:xfrm>
        </p:spPr>
        <p:txBody>
          <a:bodyPr rtlCol="0" anchor="ctr" anchorCtr="0"/>
          <a:lstStyle>
            <a:lvl1pPr algn="ctr">
              <a:defRPr lang="pt-BR"/>
            </a:lvl1pPr>
          </a:lstStyle>
          <a:p>
            <a:pPr rtl="0"/>
            <a:r>
              <a:rPr lang="pt-BR"/>
              <a:t>Clique no ícone para adicionar uma imagem</a:t>
            </a:r>
          </a:p>
        </p:txBody>
      </p:sp>
      <p:sp>
        <p:nvSpPr>
          <p:cNvPr id="8" name="Título 7"/>
          <p:cNvSpPr>
            <a:spLocks noGrp="1"/>
          </p:cNvSpPr>
          <p:nvPr>
            <p:ph type="title"/>
          </p:nvPr>
        </p:nvSpPr>
        <p:spPr>
          <a:xfrm>
            <a:off x="1097280" y="230332"/>
            <a:ext cx="10058400" cy="1450757"/>
          </a:xfrm>
        </p:spPr>
        <p:txBody>
          <a:bodyPr rtlCol="0"/>
          <a:lstStyle>
            <a:defPPr>
              <a:defRPr lang="pt-BR"/>
            </a:defPPr>
          </a:lstStyle>
          <a:p>
            <a:pPr rtl="0"/>
            <a:r>
              <a:rPr lang="pt-BR"/>
              <a:t>Clique para editar o estilo de título Mestre</a:t>
            </a:r>
            <a:endParaRPr lang="pt-BR" dirty="0"/>
          </a:p>
        </p:txBody>
      </p:sp>
      <p:sp>
        <p:nvSpPr>
          <p:cNvPr id="4" name="Espaço Reservado para Conteúdo 3"/>
          <p:cNvSpPr>
            <a:spLocks noGrp="1"/>
          </p:cNvSpPr>
          <p:nvPr>
            <p:ph sz="half" idx="2"/>
          </p:nvPr>
        </p:nvSpPr>
        <p:spPr>
          <a:xfrm>
            <a:off x="1097280" y="2464540"/>
            <a:ext cx="10058400" cy="3748194"/>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2" name="Espaço Reservado para Dat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defPPr>
              <a:defRPr lang="pt-BR"/>
            </a:defPPr>
          </a:lstStyle>
          <a:p>
            <a:pPr rtl="0"/>
            <a:fld id="{DFA68311-00B7-4B98-AC51-FACA7423011B}" type="datetime1">
              <a:rPr lang="pt-BR" smtClean="0"/>
              <a:t>17/03/2022</a:t>
            </a:fld>
            <a:endParaRPr lang="pt-BR" dirty="0"/>
          </a:p>
        </p:txBody>
      </p:sp>
      <p:sp>
        <p:nvSpPr>
          <p:cNvPr id="9" name="Espaço Reservado para Rodapé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defPPr>
              <a:defRPr lang="pt-BR"/>
            </a:defPPr>
          </a:lstStyle>
          <a:p>
            <a:pPr rtl="0"/>
            <a:r>
              <a:rPr lang="pt-BR"/>
              <a:t>ENSINE UM CURSO</a:t>
            </a:r>
          </a:p>
        </p:txBody>
      </p:sp>
      <p:sp>
        <p:nvSpPr>
          <p:cNvPr id="10" name="Espaço Reservado para o Número do Slide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cxnSp>
        <p:nvCxnSpPr>
          <p:cNvPr id="5" name="Conector Reto 4">
            <a:extLst>
              <a:ext uri="{FF2B5EF4-FFF2-40B4-BE49-F238E27FC236}">
                <a16:creationId xmlns:a16="http://schemas.microsoft.com/office/drawing/2014/main" id="{18DEBF4F-95EE-485E-BCD1-56682C51B64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3168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Dois conteúdos">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ço Reservado para Dat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defPPr>
              <a:defRPr lang="pt-BR"/>
            </a:defPPr>
          </a:lstStyle>
          <a:p>
            <a:pPr rtl="0"/>
            <a:fld id="{E6ADE3EA-5476-4DBB-BC49-C8376D83DC6A}" type="datetime1">
              <a:rPr lang="pt-BR" smtClean="0"/>
              <a:t>17/03/2022</a:t>
            </a:fld>
            <a:endParaRPr lang="pt-BR" dirty="0"/>
          </a:p>
        </p:txBody>
      </p:sp>
      <p:sp>
        <p:nvSpPr>
          <p:cNvPr id="3" name="Espaço Reservado para Rodapé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defPPr>
              <a:defRPr lang="pt-BR"/>
            </a:defPPr>
          </a:lstStyle>
          <a:p>
            <a:pPr rtl="0"/>
            <a:r>
              <a:rPr lang="pt-BR"/>
              <a:t>ENSINE UM CURSO</a:t>
            </a:r>
          </a:p>
        </p:txBody>
      </p:sp>
      <p:sp>
        <p:nvSpPr>
          <p:cNvPr id="4" name="Espaço Reservado para o Número do Slide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
        <p:nvSpPr>
          <p:cNvPr id="6" name="Espaço Reservado para Imagem 5">
            <a:extLst>
              <a:ext uri="{FF2B5EF4-FFF2-40B4-BE49-F238E27FC236}">
                <a16:creationId xmlns:a16="http://schemas.microsoft.com/office/drawing/2014/main" id="{C85C68E9-6B5E-46D9-AAB7-BE93B1378B84}"/>
              </a:ext>
            </a:extLst>
          </p:cNvPr>
          <p:cNvSpPr>
            <a:spLocks noGrp="1"/>
          </p:cNvSpPr>
          <p:nvPr>
            <p:ph type="pic" sz="quarter" idx="13"/>
          </p:nvPr>
        </p:nvSpPr>
        <p:spPr>
          <a:xfrm>
            <a:off x="0" y="1907362"/>
            <a:ext cx="12192000" cy="4493433"/>
          </a:xfrm>
        </p:spPr>
        <p:txBody>
          <a:bodyPr rtlCol="0" anchor="ctr" anchorCtr="0"/>
          <a:lstStyle>
            <a:lvl1pPr algn="ctr">
              <a:defRPr lang="pt-BR"/>
            </a:lvl1pPr>
          </a:lstStyle>
          <a:p>
            <a:pPr rtl="0"/>
            <a:r>
              <a:rPr lang="pt-BR"/>
              <a:t>Clique no ícone para adicionar uma imagem</a:t>
            </a:r>
          </a:p>
        </p:txBody>
      </p:sp>
      <p:sp>
        <p:nvSpPr>
          <p:cNvPr id="7" name="Título 7">
            <a:extLst>
              <a:ext uri="{FF2B5EF4-FFF2-40B4-BE49-F238E27FC236}">
                <a16:creationId xmlns:a16="http://schemas.microsoft.com/office/drawing/2014/main" id="{7DEE74D2-9B60-4DE8-9A31-91D3CBA8DC64}"/>
              </a:ext>
            </a:extLst>
          </p:cNvPr>
          <p:cNvSpPr>
            <a:spLocks noGrp="1"/>
          </p:cNvSpPr>
          <p:nvPr>
            <p:ph type="title"/>
          </p:nvPr>
        </p:nvSpPr>
        <p:spPr>
          <a:xfrm>
            <a:off x="1097280" y="230332"/>
            <a:ext cx="10058400" cy="1450757"/>
          </a:xfrm>
        </p:spPr>
        <p:txBody>
          <a:bodyPr rtlCol="0"/>
          <a:lstStyle>
            <a:defPPr>
              <a:defRPr lang="pt-BR"/>
            </a:defPPr>
          </a:lstStyle>
          <a:p>
            <a:pPr rtl="0"/>
            <a:r>
              <a:rPr lang="pt-BR"/>
              <a:t>Clique para editar o estilo de título Mestre</a:t>
            </a:r>
            <a:endParaRPr lang="pt-BR" dirty="0"/>
          </a:p>
        </p:txBody>
      </p:sp>
      <p:sp>
        <p:nvSpPr>
          <p:cNvPr id="8" name="Espaço Reservado para Conteúdo 3">
            <a:extLst>
              <a:ext uri="{FF2B5EF4-FFF2-40B4-BE49-F238E27FC236}">
                <a16:creationId xmlns:a16="http://schemas.microsoft.com/office/drawing/2014/main" id="{390A09A4-2667-45F1-9F4E-37A50F1F58BA}"/>
              </a:ext>
            </a:extLst>
          </p:cNvPr>
          <p:cNvSpPr>
            <a:spLocks noGrp="1"/>
          </p:cNvSpPr>
          <p:nvPr>
            <p:ph sz="half" idx="2"/>
          </p:nvPr>
        </p:nvSpPr>
        <p:spPr>
          <a:xfrm>
            <a:off x="1080347" y="2346008"/>
            <a:ext cx="10058400" cy="3748194"/>
          </a:xfrm>
        </p:spPr>
        <p:txBody>
          <a:bodyPr numCol="2" spcCol="540000" rtlCol="0">
            <a:normAutofit/>
          </a:bodyPr>
          <a:lstStyle>
            <a:lvl1pPr>
              <a:defRPr lang="pt-BR" sz="1600"/>
            </a:lvl1pPr>
            <a:lvl2pPr>
              <a:defRPr lang="pt-BR" sz="1600"/>
            </a:lvl2pPr>
            <a:lvl3pPr>
              <a:defRPr lang="pt-BR" sz="1600"/>
            </a:lvl3pPr>
            <a:lvl4pPr>
              <a:defRPr lang="pt-BR" sz="1600"/>
            </a:lvl4pPr>
            <a:lvl5pPr>
              <a:defRPr lang="pt-BR" sz="16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cxnSp>
        <p:nvCxnSpPr>
          <p:cNvPr id="9" name="Conector Reto 8">
            <a:extLst>
              <a:ext uri="{FF2B5EF4-FFF2-40B4-BE49-F238E27FC236}">
                <a16:creationId xmlns:a16="http://schemas.microsoft.com/office/drawing/2014/main" id="{CA14E254-0C82-4865-9922-29444D17B57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06887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ítulo 9"/>
          <p:cNvSpPr>
            <a:spLocks noGrp="1"/>
          </p:cNvSpPr>
          <p:nvPr>
            <p:ph type="title"/>
          </p:nvPr>
        </p:nvSpPr>
        <p:spPr>
          <a:xfrm>
            <a:off x="1097280" y="286603"/>
            <a:ext cx="10058400" cy="1450757"/>
          </a:xfrm>
        </p:spPr>
        <p:txBody>
          <a:bodyPr rtlCol="0"/>
          <a:lstStyle>
            <a:defPPr>
              <a:defRPr lang="pt-BR"/>
            </a:defPPr>
          </a:lstStyle>
          <a:p>
            <a:pPr rtl="0"/>
            <a:r>
              <a:rPr lang="pt-BR"/>
              <a:t>Clique para editar o estilo de título Mestre</a:t>
            </a:r>
            <a:endParaRPr lang="pt-BR" dirty="0"/>
          </a:p>
        </p:txBody>
      </p:sp>
      <p:sp>
        <p:nvSpPr>
          <p:cNvPr id="3" name="Espaço Reservado para Texto 2"/>
          <p:cNvSpPr>
            <a:spLocks noGrp="1"/>
          </p:cNvSpPr>
          <p:nvPr>
            <p:ph type="body" idx="1"/>
          </p:nvPr>
        </p:nvSpPr>
        <p:spPr>
          <a:xfrm>
            <a:off x="1097280" y="2057400"/>
            <a:ext cx="4639736" cy="736282"/>
          </a:xfrm>
        </p:spPr>
        <p:txBody>
          <a:bodyPr lIns="91440" rIns="91440" rtlCol="0" anchor="ctr">
            <a:normAutofit/>
          </a:bodyPr>
          <a:lstStyle>
            <a:lvl1pPr marL="0" indent="0">
              <a:buNone/>
              <a:defRPr lang="pt-BR" sz="2000" b="0" cap="all" baseline="0">
                <a:solidFill>
                  <a:schemeClr val="tx1"/>
                </a:solidFill>
              </a:defRPr>
            </a:lvl1pPr>
            <a:lvl2pPr marL="457200" indent="0">
              <a:buNone/>
              <a:defRPr lang="pt-BR" sz="2000" b="1"/>
            </a:lvl2pPr>
            <a:lvl3pPr marL="914400" indent="0">
              <a:buNone/>
              <a:defRPr lang="pt-BR" sz="1800" b="1"/>
            </a:lvl3pPr>
            <a:lvl4pPr marL="1371600" indent="0">
              <a:buNone/>
              <a:defRPr lang="pt-BR" sz="1600" b="1"/>
            </a:lvl4pPr>
            <a:lvl5pPr marL="1828800" indent="0">
              <a:buNone/>
              <a:defRPr lang="pt-BR" sz="1600" b="1"/>
            </a:lvl5pPr>
            <a:lvl6pPr marL="2286000" indent="0">
              <a:buNone/>
              <a:defRPr lang="pt-BR" sz="1600" b="1"/>
            </a:lvl6pPr>
            <a:lvl7pPr marL="2743200" indent="0">
              <a:buNone/>
              <a:defRPr lang="pt-BR" sz="1600" b="1"/>
            </a:lvl7pPr>
            <a:lvl8pPr marL="3200400" indent="0">
              <a:buNone/>
              <a:defRPr lang="pt-BR" sz="1600" b="1"/>
            </a:lvl8pPr>
            <a:lvl9pPr marL="3657600" indent="0">
              <a:buNone/>
              <a:defRPr lang="pt-BR" sz="1600" b="1"/>
            </a:lvl9pPr>
          </a:lstStyle>
          <a:p>
            <a:pPr lvl="0" rtl="0"/>
            <a:r>
              <a:rPr lang="pt-BR"/>
              <a:t>Clique para editar o texto Mestre</a:t>
            </a:r>
          </a:p>
        </p:txBody>
      </p:sp>
      <p:sp>
        <p:nvSpPr>
          <p:cNvPr id="4" name="Espaço Reservado para Conteúdo 3"/>
          <p:cNvSpPr>
            <a:spLocks noGrp="1"/>
          </p:cNvSpPr>
          <p:nvPr>
            <p:ph sz="half" idx="2"/>
          </p:nvPr>
        </p:nvSpPr>
        <p:spPr>
          <a:xfrm>
            <a:off x="1097280" y="2958274"/>
            <a:ext cx="4639736" cy="2910821"/>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5" name="Espaço Reservado para Texto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lang="pt-BR" sz="2000" b="0" cap="all" baseline="0">
                <a:solidFill>
                  <a:schemeClr val="tx1"/>
                </a:solidFill>
              </a:defRPr>
            </a:lvl1pPr>
            <a:lvl2pPr marL="457200" indent="0">
              <a:buNone/>
              <a:defRPr lang="pt-BR" sz="2000" b="1"/>
            </a:lvl2pPr>
            <a:lvl3pPr marL="914400" indent="0">
              <a:buNone/>
              <a:defRPr lang="pt-BR" sz="1800" b="1"/>
            </a:lvl3pPr>
            <a:lvl4pPr marL="1371600" indent="0">
              <a:buNone/>
              <a:defRPr lang="pt-BR" sz="1600" b="1"/>
            </a:lvl4pPr>
            <a:lvl5pPr marL="1828800" indent="0">
              <a:buNone/>
              <a:defRPr lang="pt-BR" sz="1600" b="1"/>
            </a:lvl5pPr>
            <a:lvl6pPr marL="2286000" indent="0">
              <a:buNone/>
              <a:defRPr lang="pt-BR" sz="1600" b="1"/>
            </a:lvl6pPr>
            <a:lvl7pPr marL="2743200" indent="0">
              <a:buNone/>
              <a:defRPr lang="pt-BR" sz="1600" b="1"/>
            </a:lvl7pPr>
            <a:lvl8pPr marL="3200400" indent="0">
              <a:buNone/>
              <a:defRPr lang="pt-BR" sz="1600" b="1"/>
            </a:lvl8pPr>
            <a:lvl9pPr marL="3657600" indent="0">
              <a:buNone/>
              <a:defRPr lang="pt-BR" sz="1600" b="1"/>
            </a:lvl9pPr>
          </a:lstStyle>
          <a:p>
            <a:pPr lvl="0" rtl="0"/>
            <a:r>
              <a:rPr lang="pt-BR"/>
              <a:t>Clique para editar o texto Mestre</a:t>
            </a:r>
          </a:p>
        </p:txBody>
      </p:sp>
      <p:sp>
        <p:nvSpPr>
          <p:cNvPr id="6" name="Espaço Reservado para Conteúdo 5"/>
          <p:cNvSpPr>
            <a:spLocks noGrp="1"/>
          </p:cNvSpPr>
          <p:nvPr>
            <p:ph sz="quarter" idx="4"/>
          </p:nvPr>
        </p:nvSpPr>
        <p:spPr>
          <a:xfrm>
            <a:off x="6515944" y="2958273"/>
            <a:ext cx="4639736" cy="2910821"/>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2" name="Espaço Reservado para Dat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defPPr>
              <a:defRPr lang="pt-BR"/>
            </a:defPPr>
          </a:lstStyle>
          <a:p>
            <a:pPr rtl="0"/>
            <a:fld id="{890F1F02-407B-43F8-BCAB-2C5F8D88868C}" type="datetime1">
              <a:rPr lang="pt-BR" smtClean="0"/>
              <a:t>17/03/2022</a:t>
            </a:fld>
            <a:endParaRPr lang="pt-BR" dirty="0"/>
          </a:p>
        </p:txBody>
      </p:sp>
      <p:sp>
        <p:nvSpPr>
          <p:cNvPr id="11" name="Espaço Reservado para Rodapé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defPPr>
              <a:defRPr lang="pt-BR"/>
            </a:defPPr>
          </a:lstStyle>
          <a:p>
            <a:pPr rtl="0"/>
            <a:r>
              <a:rPr lang="pt-BR"/>
              <a:t>ENSINE UM CURSO</a:t>
            </a:r>
          </a:p>
        </p:txBody>
      </p:sp>
      <p:sp>
        <p:nvSpPr>
          <p:cNvPr id="12" name="Espaço Reservado para o Número do Slide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92184464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2_Conteúdo com legenda">
    <p:spTree>
      <p:nvGrpSpPr>
        <p:cNvPr id="1" name=""/>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262E62-E8FA-42DE-BC7E-BA73A13FCBFF}"/>
              </a:ext>
            </a:extLst>
          </p:cNvPr>
          <p:cNvSpPr>
            <a:spLocks noGrp="1"/>
          </p:cNvSpPr>
          <p:nvPr>
            <p:ph type="pic" sz="quarter" idx="15"/>
          </p:nvPr>
        </p:nvSpPr>
        <p:spPr>
          <a:xfrm>
            <a:off x="0" y="0"/>
            <a:ext cx="12193200" cy="6400800"/>
          </a:xfrm>
        </p:spPr>
        <p:txBody>
          <a:bodyPr rtlCol="0" anchor="ctr" anchorCtr="0"/>
          <a:lstStyle>
            <a:lvl1pPr algn="ctr">
              <a:defRPr lang="pt-BR"/>
            </a:lvl1pPr>
          </a:lstStyle>
          <a:p>
            <a:pPr rtl="0"/>
            <a:r>
              <a:rPr lang="pt-BR"/>
              <a:t>Clique no ícone para adicionar uma imagem</a:t>
            </a:r>
          </a:p>
        </p:txBody>
      </p:sp>
      <p:sp>
        <p:nvSpPr>
          <p:cNvPr id="5" name="Espaço Reservado para Texto 4">
            <a:extLst>
              <a:ext uri="{FF2B5EF4-FFF2-40B4-BE49-F238E27FC236}">
                <a16:creationId xmlns:a16="http://schemas.microsoft.com/office/drawing/2014/main" id="{3B957EED-32E8-4384-BFBB-06742F30AA87}"/>
              </a:ext>
            </a:extLst>
          </p:cNvPr>
          <p:cNvSpPr>
            <a:spLocks noGrp="1"/>
          </p:cNvSpPr>
          <p:nvPr>
            <p:ph type="body" sz="quarter" idx="14" hasCustomPrompt="1"/>
          </p:nvPr>
        </p:nvSpPr>
        <p:spPr>
          <a:xfrm>
            <a:off x="5356422" y="5034909"/>
            <a:ext cx="6835291" cy="817251"/>
          </a:xfrm>
          <a:solidFill>
            <a:srgbClr val="262626"/>
          </a:solidFill>
        </p:spPr>
        <p:txBody>
          <a:bodyPr lIns="396000" tIns="0" rtlCol="0" anchor="ctr" anchorCtr="0">
            <a:normAutofit/>
          </a:bodyPr>
          <a:lstStyle>
            <a:lvl1pPr>
              <a:defRPr lang="pt-BR" sz="2400">
                <a:solidFill>
                  <a:schemeClr val="accent1">
                    <a:lumMod val="40000"/>
                    <a:lumOff val="60000"/>
                  </a:schemeClr>
                </a:solidFill>
              </a:defRPr>
            </a:lvl1pPr>
            <a:lvl2pPr>
              <a:defRPr lang="pt-BR">
                <a:solidFill>
                  <a:schemeClr val="bg1"/>
                </a:solidFill>
              </a:defRPr>
            </a:lvl2pPr>
            <a:lvl3pPr>
              <a:defRPr lang="pt-BR">
                <a:solidFill>
                  <a:schemeClr val="bg1"/>
                </a:solidFill>
              </a:defRPr>
            </a:lvl3pPr>
            <a:lvl4pPr>
              <a:defRPr lang="pt-BR">
                <a:solidFill>
                  <a:schemeClr val="bg1"/>
                </a:solidFill>
              </a:defRPr>
            </a:lvl4pPr>
          </a:lstStyle>
          <a:p>
            <a:pPr lvl="0" rtl="0"/>
            <a:r>
              <a:rPr lang="pt-BR"/>
              <a:t>Subtítulo</a:t>
            </a:r>
            <a:endParaRPr lang="pt-BR" dirty="0"/>
          </a:p>
        </p:txBody>
      </p:sp>
      <p:sp>
        <p:nvSpPr>
          <p:cNvPr id="15" name="Título 14">
            <a:extLst>
              <a:ext uri="{FF2B5EF4-FFF2-40B4-BE49-F238E27FC236}">
                <a16:creationId xmlns:a16="http://schemas.microsoft.com/office/drawing/2014/main" id="{23EC876B-6AD7-452A-94C9-45B89DA7D7D0}"/>
              </a:ext>
            </a:extLst>
          </p:cNvPr>
          <p:cNvSpPr>
            <a:spLocks noGrp="1"/>
          </p:cNvSpPr>
          <p:nvPr>
            <p:ph type="title" hasCustomPrompt="1"/>
          </p:nvPr>
        </p:nvSpPr>
        <p:spPr>
          <a:xfrm>
            <a:off x="5356143" y="3975295"/>
            <a:ext cx="6835858" cy="1089350"/>
          </a:xfrm>
          <a:custGeom>
            <a:avLst/>
            <a:gdLst>
              <a:gd name="connsiteX0" fmla="*/ 0 w 6906198"/>
              <a:gd name="connsiteY0" fmla="*/ 0 h 1089350"/>
              <a:gd name="connsiteX1" fmla="*/ 6906198 w 6906198"/>
              <a:gd name="connsiteY1" fmla="*/ 0 h 1089350"/>
              <a:gd name="connsiteX2" fmla="*/ 6906198 w 6906198"/>
              <a:gd name="connsiteY2" fmla="*/ 1089350 h 1089350"/>
              <a:gd name="connsiteX3" fmla="*/ 3805731 w 6906198"/>
              <a:gd name="connsiteY3" fmla="*/ 1089350 h 1089350"/>
              <a:gd name="connsiteX4" fmla="*/ 218470 w 6906198"/>
              <a:gd name="connsiteY4" fmla="*/ 1089350 h 1089350"/>
              <a:gd name="connsiteX5" fmla="*/ 0 w 6906198"/>
              <a:gd name="connsiteY5" fmla="*/ 1089350 h 10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198" h="1089350">
                <a:moveTo>
                  <a:pt x="0" y="0"/>
                </a:moveTo>
                <a:lnTo>
                  <a:pt x="6906198" y="0"/>
                </a:lnTo>
                <a:lnTo>
                  <a:pt x="6906198" y="1089350"/>
                </a:lnTo>
                <a:lnTo>
                  <a:pt x="3805731" y="1089350"/>
                </a:lnTo>
                <a:lnTo>
                  <a:pt x="218470" y="1089350"/>
                </a:lnTo>
                <a:lnTo>
                  <a:pt x="0" y="1089350"/>
                </a:lnTo>
                <a:close/>
              </a:path>
            </a:pathLst>
          </a:custGeom>
          <a:solidFill>
            <a:srgbClr val="262626"/>
          </a:solidFill>
        </p:spPr>
        <p:txBody>
          <a:bodyPr wrap="square" lIns="396000" tIns="252000" rtlCol="0" anchor="t" anchorCtr="0">
            <a:noAutofit/>
          </a:bodyPr>
          <a:lstStyle>
            <a:lvl1pPr>
              <a:lnSpc>
                <a:spcPct val="90000"/>
              </a:lnSpc>
              <a:defRPr lang="pt-BR" sz="3600" b="0">
                <a:solidFill>
                  <a:schemeClr val="bg1"/>
                </a:solidFill>
              </a:defRPr>
            </a:lvl1pPr>
          </a:lstStyle>
          <a:p>
            <a:pPr rtl="0"/>
            <a:r>
              <a:rPr lang="pt-BR"/>
              <a:t>Resumo da primeira lição</a:t>
            </a:r>
          </a:p>
        </p:txBody>
      </p:sp>
      <p:sp>
        <p:nvSpPr>
          <p:cNvPr id="11" name="Retângulo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Espaço reservado para texto 3"/>
          <p:cNvSpPr>
            <a:spLocks noGrp="1"/>
          </p:cNvSpPr>
          <p:nvPr>
            <p:ph type="body" sz="half" idx="2"/>
          </p:nvPr>
        </p:nvSpPr>
        <p:spPr>
          <a:xfrm>
            <a:off x="678635" y="0"/>
            <a:ext cx="3998873" cy="5852160"/>
          </a:xfrm>
          <a:solidFill>
            <a:srgbClr val="262626"/>
          </a:solidFill>
        </p:spPr>
        <p:txBody>
          <a:bodyPr lIns="360000" tIns="46800" rIns="360000" rtlCol="0" anchor="ctr" anchorCtr="0">
            <a:normAutofit/>
          </a:bodyPr>
          <a:lstStyle>
            <a:lvl1pPr marL="0" indent="0">
              <a:buNone/>
              <a:defRPr lang="pt-BR" dirty="0">
                <a:solidFill>
                  <a:schemeClr val="bg1"/>
                </a:solidFill>
              </a:defRPr>
            </a:lvl1pPr>
            <a:lvl2pPr marL="457200" indent="0">
              <a:buNone/>
              <a:defRPr lang="pt-BR" sz="1200"/>
            </a:lvl2pPr>
            <a:lvl3pPr marL="914400" indent="0">
              <a:buNone/>
              <a:defRPr lang="pt-BR" sz="1000"/>
            </a:lvl3pPr>
            <a:lvl4pPr marL="1371600" indent="0">
              <a:buNone/>
              <a:defRPr lang="pt-BR" sz="900"/>
            </a:lvl4pPr>
            <a:lvl5pPr marL="1828800" indent="0">
              <a:buNone/>
              <a:defRPr lang="pt-BR" sz="900"/>
            </a:lvl5pPr>
            <a:lvl6pPr marL="2286000" indent="0">
              <a:buNone/>
              <a:defRPr lang="pt-BR" sz="900"/>
            </a:lvl6pPr>
            <a:lvl7pPr marL="2743200" indent="0">
              <a:buNone/>
              <a:defRPr lang="pt-BR" sz="900"/>
            </a:lvl7pPr>
            <a:lvl8pPr marL="3200400" indent="0">
              <a:buNone/>
              <a:defRPr lang="pt-BR" sz="900"/>
            </a:lvl8pPr>
            <a:lvl9pPr marL="3657600" indent="0">
              <a:buNone/>
              <a:defRPr lang="pt-BR" sz="900"/>
            </a:lvl9pPr>
          </a:lstStyle>
          <a:p>
            <a:pPr lvl="0" rtl="0"/>
            <a:r>
              <a:rPr lang="pt-BR"/>
              <a:t>Clique para editar o texto Mestre</a:t>
            </a:r>
          </a:p>
        </p:txBody>
      </p:sp>
      <p:sp>
        <p:nvSpPr>
          <p:cNvPr id="12" name="Espaço Reservado para Data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rtlCol="0"/>
          <a:lstStyle>
            <a:defPPr>
              <a:defRPr lang="pt-BR"/>
            </a:defPPr>
          </a:lstStyle>
          <a:p>
            <a:pPr rtl="0"/>
            <a:fld id="{DB113F31-589C-46B1-A782-F2BBA7B3E50C}" type="datetime1">
              <a:rPr lang="pt-BR" smtClean="0"/>
              <a:t>17/03/2022</a:t>
            </a:fld>
            <a:endParaRPr lang="pt-BR" dirty="0"/>
          </a:p>
        </p:txBody>
      </p:sp>
      <p:sp>
        <p:nvSpPr>
          <p:cNvPr id="13" name="Espaço Reservado para Rodapé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rtlCol="0"/>
          <a:lstStyle>
            <a:defPPr>
              <a:defRPr lang="pt-BR"/>
            </a:defPPr>
          </a:lstStyle>
          <a:p>
            <a:pPr rtl="0"/>
            <a:r>
              <a:rPr lang="pt-BR"/>
              <a:t>ENSINE UM CURSO</a:t>
            </a:r>
          </a:p>
        </p:txBody>
      </p:sp>
      <p:sp>
        <p:nvSpPr>
          <p:cNvPr id="14" name="Espaço Reservado para o Número do Slide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9941200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Espaço Reservado para Imagem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lang="pt-BR" sz="3200"/>
            </a:lvl1pPr>
            <a:lvl2pPr marL="457200" indent="0">
              <a:buNone/>
              <a:defRPr lang="pt-BR" sz="2800"/>
            </a:lvl2pPr>
            <a:lvl3pPr marL="914400" indent="0">
              <a:buNone/>
              <a:defRPr lang="pt-BR" sz="2400"/>
            </a:lvl3pPr>
            <a:lvl4pPr marL="1371600" indent="0">
              <a:buNone/>
              <a:defRPr lang="pt-BR" sz="2000"/>
            </a:lvl4pPr>
            <a:lvl5pPr marL="1828800" indent="0">
              <a:buNone/>
              <a:defRPr lang="pt-BR" sz="2000"/>
            </a:lvl5pPr>
            <a:lvl6pPr marL="2286000" indent="0">
              <a:buNone/>
              <a:defRPr lang="pt-BR" sz="2000"/>
            </a:lvl6pPr>
            <a:lvl7pPr marL="2743200" indent="0">
              <a:buNone/>
              <a:defRPr lang="pt-BR" sz="2000"/>
            </a:lvl7pPr>
            <a:lvl8pPr marL="3200400" indent="0">
              <a:buNone/>
              <a:defRPr lang="pt-BR" sz="2000"/>
            </a:lvl8pPr>
            <a:lvl9pPr marL="3657600" indent="0">
              <a:buNone/>
              <a:defRPr lang="pt-BR" sz="2000"/>
            </a:lvl9pPr>
          </a:lstStyle>
          <a:p>
            <a:pPr rtl="0"/>
            <a:r>
              <a:rPr lang="pt-BR" noProof="0"/>
              <a:t>Clique no ícone para adicionar uma imagem</a:t>
            </a:r>
          </a:p>
        </p:txBody>
      </p:sp>
      <p:sp>
        <p:nvSpPr>
          <p:cNvPr id="2" name="Título 1"/>
          <p:cNvSpPr>
            <a:spLocks noGrp="1"/>
          </p:cNvSpPr>
          <p:nvPr>
            <p:ph type="title" hasCustomPrompt="1"/>
          </p:nvPr>
        </p:nvSpPr>
        <p:spPr>
          <a:xfrm>
            <a:off x="1097279" y="4799362"/>
            <a:ext cx="10113645" cy="743682"/>
          </a:xfrm>
        </p:spPr>
        <p:txBody>
          <a:bodyPr tIns="0" bIns="0" rtlCol="0" anchor="b">
            <a:noAutofit/>
          </a:bodyPr>
          <a:lstStyle>
            <a:lvl1pPr>
              <a:defRPr lang="pt-BR" sz="3600" b="0">
                <a:solidFill>
                  <a:srgbClr val="FFFFFF"/>
                </a:solidFill>
              </a:defRPr>
            </a:lvl1pPr>
          </a:lstStyle>
          <a:p>
            <a:pPr rtl="0"/>
            <a:r>
              <a:rPr lang="pt-BR" noProof="0"/>
              <a:t>Clique para editar o estilo de título Mestre</a:t>
            </a:r>
          </a:p>
        </p:txBody>
      </p:sp>
      <p:sp>
        <p:nvSpPr>
          <p:cNvPr id="4" name="Espaço reservado para texto 3"/>
          <p:cNvSpPr>
            <a:spLocks noGrp="1"/>
          </p:cNvSpPr>
          <p:nvPr>
            <p:ph type="body" sz="half" idx="2" hasCustomPrompt="1"/>
          </p:nvPr>
        </p:nvSpPr>
        <p:spPr>
          <a:xfrm>
            <a:off x="1097279" y="5715000"/>
            <a:ext cx="10113264" cy="609600"/>
          </a:xfrm>
        </p:spPr>
        <p:txBody>
          <a:bodyPr lIns="91440" tIns="0" rIns="91440" bIns="0" rtlCol="0">
            <a:normAutofit/>
          </a:bodyPr>
          <a:lstStyle>
            <a:lvl1pPr marL="0" indent="0">
              <a:spcBef>
                <a:spcPts val="0"/>
              </a:spcBef>
              <a:spcAft>
                <a:spcPts val="600"/>
              </a:spcAft>
              <a:buNone/>
              <a:defRPr lang="pt-BR" sz="1800">
                <a:solidFill>
                  <a:schemeClr val="accent1">
                    <a:lumMod val="40000"/>
                    <a:lumOff val="60000"/>
                  </a:schemeClr>
                </a:solidFill>
              </a:defRPr>
            </a:lvl1pPr>
            <a:lvl2pPr marL="457200" indent="0">
              <a:buNone/>
              <a:defRPr lang="pt-BR" sz="1200"/>
            </a:lvl2pPr>
            <a:lvl3pPr marL="914400" indent="0">
              <a:buNone/>
              <a:defRPr lang="pt-BR" sz="1000"/>
            </a:lvl3pPr>
            <a:lvl4pPr marL="1371600" indent="0">
              <a:buNone/>
              <a:defRPr lang="pt-BR" sz="900"/>
            </a:lvl4pPr>
            <a:lvl5pPr marL="1828800" indent="0">
              <a:buNone/>
              <a:defRPr lang="pt-BR" sz="900"/>
            </a:lvl5pPr>
            <a:lvl6pPr marL="2286000" indent="0">
              <a:buNone/>
              <a:defRPr lang="pt-BR" sz="900"/>
            </a:lvl6pPr>
            <a:lvl7pPr marL="2743200" indent="0">
              <a:buNone/>
              <a:defRPr lang="pt-BR" sz="900"/>
            </a:lvl7pPr>
            <a:lvl8pPr marL="3200400" indent="0">
              <a:buNone/>
              <a:defRPr lang="pt-BR" sz="900"/>
            </a:lvl8pPr>
            <a:lvl9pPr marL="3657600" indent="0">
              <a:buNone/>
              <a:defRPr lang="pt-BR" sz="900"/>
            </a:lvl9pPr>
          </a:lstStyle>
          <a:p>
            <a:pPr lvl="0" rtl="0"/>
            <a:r>
              <a:rPr lang="pt-BR" noProof="0"/>
              <a:t>Clique para editar o texto Mestre</a:t>
            </a:r>
          </a:p>
        </p:txBody>
      </p:sp>
      <p:sp>
        <p:nvSpPr>
          <p:cNvPr id="5" name="Espaço Reservado para Data 4"/>
          <p:cNvSpPr>
            <a:spLocks noGrp="1"/>
          </p:cNvSpPr>
          <p:nvPr>
            <p:ph type="dt" sz="half" idx="10"/>
          </p:nvPr>
        </p:nvSpPr>
        <p:spPr/>
        <p:txBody>
          <a:bodyPr rtlCol="0"/>
          <a:lstStyle>
            <a:lvl1pPr>
              <a:defRPr lang="pt-BR"/>
            </a:lvl1pPr>
          </a:lstStyle>
          <a:p>
            <a:pPr rtl="0"/>
            <a:fld id="{AFD1FCC3-325F-4A5E-9036-76B822CE2AD1}" type="datetime1">
              <a:rPr lang="pt-BR" noProof="0" smtClean="0"/>
              <a:t>17/03/2022</a:t>
            </a:fld>
            <a:endParaRPr lang="pt-BR" noProof="0"/>
          </a:p>
        </p:txBody>
      </p:sp>
      <p:sp>
        <p:nvSpPr>
          <p:cNvPr id="6" name="Espaço Reservado para Rodapé 5"/>
          <p:cNvSpPr>
            <a:spLocks noGrp="1"/>
          </p:cNvSpPr>
          <p:nvPr>
            <p:ph type="ftr" sz="quarter" idx="11"/>
          </p:nvPr>
        </p:nvSpPr>
        <p:spPr>
          <a:xfrm>
            <a:off x="1097279" y="6446838"/>
            <a:ext cx="6818262" cy="365125"/>
          </a:xfrm>
        </p:spPr>
        <p:txBody>
          <a:bodyPr rtlCol="0"/>
          <a:lstStyle>
            <a:defPPr>
              <a:defRPr lang="pt-BR"/>
            </a:defPPr>
          </a:lstStyle>
          <a:p>
            <a:pPr algn="l" rtl="0"/>
            <a:r>
              <a:rPr lang="pt-BR" noProof="0"/>
              <a:t>ENSINE UM CURSO</a:t>
            </a:r>
          </a:p>
        </p:txBody>
      </p:sp>
      <p:sp>
        <p:nvSpPr>
          <p:cNvPr id="7" name="Espaço Reservado para o Número do Slide 6"/>
          <p:cNvSpPr>
            <a:spLocks noGrp="1"/>
          </p:cNvSpPr>
          <p:nvPr>
            <p:ph type="sldNum" sz="quarter" idx="12"/>
          </p:nvPr>
        </p:nvSpPr>
        <p:spPr/>
        <p:txBody>
          <a:bodyPr rtlCol="0"/>
          <a:lstStyle>
            <a:defPPr>
              <a:defRPr lang="pt-BR"/>
            </a:defPPr>
          </a:lstStyle>
          <a:p>
            <a:pPr rtl="0"/>
            <a:fld id="{3A98EE3D-8CD1-4C3F-BD1C-C98C9596463C}" type="slidenum">
              <a:rPr lang="pt-BR" noProof="0" smtClean="0"/>
              <a:t>‹#›</a:t>
            </a:fld>
            <a:endParaRPr lang="pt-BR" noProof="0"/>
          </a:p>
        </p:txBody>
      </p:sp>
    </p:spTree>
    <p:extLst>
      <p:ext uri="{BB962C8B-B14F-4D97-AF65-F5344CB8AC3E}">
        <p14:creationId xmlns:p14="http://schemas.microsoft.com/office/powerpoint/2010/main" val="2192319103"/>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showMasterSp="0" preserve="1" userDrawn="1">
  <p:cSld name="Três conteúdos">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Espaço Reservado para Dat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pt-BR"/>
            </a:defPPr>
          </a:lstStyle>
          <a:p>
            <a:pPr rtl="0"/>
            <a:fld id="{47ED4E8D-3A21-4A2D-AF63-1585F38FF9E8}" type="datetime1">
              <a:rPr lang="pt-BR" smtClean="0"/>
              <a:t>17/03/2022</a:t>
            </a:fld>
            <a:endParaRPr lang="pt-BR" dirty="0"/>
          </a:p>
        </p:txBody>
      </p:sp>
      <p:sp>
        <p:nvSpPr>
          <p:cNvPr id="8" name="Espaço Reservado para Rodapé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pt-BR"/>
            </a:defPPr>
          </a:lstStyle>
          <a:p>
            <a:pPr rtl="0"/>
            <a:r>
              <a:rPr lang="pt-BR"/>
              <a:t>ENSINE UM CURSO</a:t>
            </a:r>
          </a:p>
        </p:txBody>
      </p:sp>
      <p:sp>
        <p:nvSpPr>
          <p:cNvPr id="11" name="Espaço Reservado para o Número do Slide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
        <p:nvSpPr>
          <p:cNvPr id="12" name="Espaço Reservado para Imagem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rtlCol="0" anchor="ctr" anchorCtr="0">
            <a:normAutofit/>
          </a:bodyPr>
          <a:lstStyle>
            <a:lvl1pPr algn="ctr">
              <a:defRPr lang="pt-BR" sz="1600"/>
            </a:lvl1pPr>
          </a:lstStyle>
          <a:p>
            <a:pPr rtl="0"/>
            <a:r>
              <a:rPr lang="pt-BR"/>
              <a:t>Clique no ícone para adicionar uma imagem</a:t>
            </a:r>
            <a:endParaRPr lang="pt-BR" dirty="0"/>
          </a:p>
        </p:txBody>
      </p:sp>
      <p:sp>
        <p:nvSpPr>
          <p:cNvPr id="13" name="Título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720000" tIns="108000" rtlCol="0" anchor="ctr" anchorCtr="0">
            <a:normAutofit/>
          </a:bodyPr>
          <a:lstStyle>
            <a:lvl1pPr>
              <a:defRPr lang="pt-BR" sz="3600"/>
            </a:lvl1pPr>
          </a:lstStyle>
          <a:p>
            <a:pPr rtl="0"/>
            <a:r>
              <a:rPr lang="pt-BR"/>
              <a:t>Clique para editar o estilo de título Mestre</a:t>
            </a:r>
            <a:endParaRPr lang="pt-BR" dirty="0"/>
          </a:p>
        </p:txBody>
      </p:sp>
      <p:sp>
        <p:nvSpPr>
          <p:cNvPr id="14" name="Espaço Reservado para Conteúdo 2">
            <a:extLst>
              <a:ext uri="{FF2B5EF4-FFF2-40B4-BE49-F238E27FC236}">
                <a16:creationId xmlns:a16="http://schemas.microsoft.com/office/drawing/2014/main" id="{B8349DBD-05C9-497A-BAB7-08CE307FB98A}"/>
              </a:ext>
            </a:extLst>
          </p:cNvPr>
          <p:cNvSpPr>
            <a:spLocks noGrp="1"/>
          </p:cNvSpPr>
          <p:nvPr>
            <p:ph sz="half" idx="1"/>
          </p:nvPr>
        </p:nvSpPr>
        <p:spPr>
          <a:xfrm>
            <a:off x="744355" y="1812759"/>
            <a:ext cx="4954159" cy="3748193"/>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sp>
        <p:nvSpPr>
          <p:cNvPr id="15" name="Espaço Reservado para Conteúdo 3">
            <a:extLst>
              <a:ext uri="{FF2B5EF4-FFF2-40B4-BE49-F238E27FC236}">
                <a16:creationId xmlns:a16="http://schemas.microsoft.com/office/drawing/2014/main" id="{2F227ADD-898B-46CB-92A8-AC4962D20811}"/>
              </a:ext>
            </a:extLst>
          </p:cNvPr>
          <p:cNvSpPr>
            <a:spLocks noGrp="1"/>
          </p:cNvSpPr>
          <p:nvPr>
            <p:ph sz="half" idx="2"/>
          </p:nvPr>
        </p:nvSpPr>
        <p:spPr>
          <a:xfrm>
            <a:off x="6499901" y="1812759"/>
            <a:ext cx="4954159" cy="3748194"/>
          </a:xfrm>
        </p:spPr>
        <p:txBody>
          <a:bodyPr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pt-BR" dirty="0"/>
          </a:p>
        </p:txBody>
      </p:sp>
      <p:cxnSp>
        <p:nvCxnSpPr>
          <p:cNvPr id="16" name="Conector Reto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789705"/>
      </p:ext>
    </p:extLst>
  </p:cSld>
  <p:clrMapOvr>
    <a:masterClrMapping/>
  </p:clrMapOvr>
</p:sldLayout>
</file>

<file path=ppt/slideLayouts/slideLayout91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defPPr>
              <a:defRPr lang="pt-BR"/>
            </a:defPPr>
          </a:lstStyle>
          <a:p>
            <a:pPr rtl="0"/>
            <a:r>
              <a:rPr lang="pt-BR"/>
              <a:t>Clique para editar o estilo de título Mestre</a:t>
            </a:r>
            <a:endParaRPr lang="pt-BR" dirty="0"/>
          </a:p>
        </p:txBody>
      </p:sp>
      <p:sp>
        <p:nvSpPr>
          <p:cNvPr id="6" name="Espaço Reservado para Data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defPPr>
              <a:defRPr lang="pt-BR"/>
            </a:defPPr>
          </a:lstStyle>
          <a:p>
            <a:pPr rtl="0"/>
            <a:fld id="{4C483F9D-49A9-4ACC-923F-02BB57DAC0B5}" type="datetime1">
              <a:rPr lang="pt-BR" smtClean="0"/>
              <a:t>17/03/2022</a:t>
            </a:fld>
            <a:endParaRPr lang="pt-BR" dirty="0"/>
          </a:p>
        </p:txBody>
      </p:sp>
      <p:sp>
        <p:nvSpPr>
          <p:cNvPr id="7" name="Espaço Reservado para Rodapé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defPPr>
              <a:defRPr lang="pt-BR"/>
            </a:defPPr>
          </a:lstStyle>
          <a:p>
            <a:pPr rtl="0"/>
            <a:r>
              <a:rPr lang="pt-BR"/>
              <a:t>ENSINE UM CURSO</a:t>
            </a:r>
          </a:p>
        </p:txBody>
      </p:sp>
      <p:sp>
        <p:nvSpPr>
          <p:cNvPr id="8" name="Espaço Reservado para o Número do Slide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3620175030"/>
      </p:ext>
    </p:extLst>
  </p:cSld>
  <p:clrMapOvr>
    <a:masterClrMapping/>
  </p:clrMapOvr>
</p:sldLayout>
</file>

<file path=ppt/slideLayouts/slideLayout1011.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ço Reservado para Dat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defPPr>
              <a:defRPr lang="pt-BR"/>
            </a:defPPr>
          </a:lstStyle>
          <a:p>
            <a:pPr rtl="0"/>
            <a:fld id="{D7EC516B-72BC-48FB-8515-7CF4EB07B3A4}" type="datetime1">
              <a:rPr lang="pt-BR" smtClean="0"/>
              <a:t>17/03/2022</a:t>
            </a:fld>
            <a:endParaRPr lang="pt-BR" dirty="0"/>
          </a:p>
        </p:txBody>
      </p:sp>
      <p:sp>
        <p:nvSpPr>
          <p:cNvPr id="3" name="Espaço Reservado para Rodapé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defPPr>
              <a:defRPr lang="pt-BR"/>
            </a:defPPr>
          </a:lstStyle>
          <a:p>
            <a:pPr rtl="0"/>
            <a:r>
              <a:rPr lang="pt-BR"/>
              <a:t>ENSINE UM CURSO</a:t>
            </a:r>
          </a:p>
        </p:txBody>
      </p:sp>
      <p:sp>
        <p:nvSpPr>
          <p:cNvPr id="4" name="Espaço Reservado para o Número do Slide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a:t>
            </a:fld>
            <a:endParaRPr lang="pt-BR" dirty="0"/>
          </a:p>
        </p:txBody>
      </p:sp>
    </p:spTree>
    <p:extLst>
      <p:ext uri="{BB962C8B-B14F-4D97-AF65-F5344CB8AC3E}">
        <p14:creationId xmlns:p14="http://schemas.microsoft.com/office/powerpoint/2010/main" val="3872940648"/>
      </p:ext>
    </p:extLst>
  </p:cSld>
  <p:clrMapOvr>
    <a:masterClrMapping/>
  </p:clrMapOvr>
</p:sldLayout>
</file>

<file path=ppt/slideLayouts/slideLayout1110.xml><?xml version="1.0" encoding="utf-8"?>
<p:sldLayout xmlns:a="http://schemas.openxmlformats.org/drawingml/2006/main" xmlns:r="http://schemas.openxmlformats.org/officeDocument/2006/relationships" xmlns:p="http://schemas.openxmlformats.org/presentationml/2006/main" showMasterSp="0" preserve="1" userDrawn="1">
  <p:cSld name="1_Conteúdo com legenda">
    <p:spTree>
      <p:nvGrpSpPr>
        <p:cNvPr id="1" name=""/>
        <p:cNvGrpSpPr/>
        <p:nvPr/>
      </p:nvGrpSpPr>
      <p:grpSpPr>
        <a:xfrm>
          <a:off x="0" y="0"/>
          <a:ext cx="0" cy="0"/>
          <a:chOff x="0" y="0"/>
          <a:chExt cx="0" cy="0"/>
        </a:xfrm>
      </p:grpSpPr>
      <p:sp>
        <p:nvSpPr>
          <p:cNvPr id="10" name="Espaço Reservado para Imagem 9">
            <a:extLst>
              <a:ext uri="{FF2B5EF4-FFF2-40B4-BE49-F238E27FC236}">
                <a16:creationId xmlns:a16="http://schemas.microsoft.com/office/drawing/2014/main" id="{D92C4CF0-BD34-45B4-94FF-59AD3A70A72E}"/>
              </a:ext>
            </a:extLst>
          </p:cNvPr>
          <p:cNvSpPr>
            <a:spLocks noGrp="1"/>
          </p:cNvSpPr>
          <p:nvPr>
            <p:ph type="pic" sz="quarter" idx="13"/>
          </p:nvPr>
        </p:nvSpPr>
        <p:spPr>
          <a:xfrm>
            <a:off x="0" y="0"/>
            <a:ext cx="12192000" cy="6400165"/>
          </a:xfrm>
          <a:noFill/>
        </p:spPr>
        <p:txBody>
          <a:bodyPr lIns="0" tIns="792000" rtlCol="0" anchor="ctr" anchorCtr="0"/>
          <a:lstStyle>
            <a:lvl1pPr algn="ctr">
              <a:defRPr lang="pt-BR"/>
            </a:lvl1pPr>
          </a:lstStyle>
          <a:p>
            <a:pPr rtl="0"/>
            <a:r>
              <a:rPr lang="pt-BR"/>
              <a:t>Clique no ícone para adicionar uma imagem</a:t>
            </a:r>
          </a:p>
        </p:txBody>
      </p:sp>
      <p:sp>
        <p:nvSpPr>
          <p:cNvPr id="8" name="Retângulo 7">
            <a:extLst>
              <a:ext uri="{FF2B5EF4-FFF2-40B4-BE49-F238E27FC236}">
                <a16:creationId xmlns:a16="http://schemas.microsoft.com/office/drawing/2014/main" id="{16D90D66-BCB9-4229-A829-628874352AC0}"/>
              </a:ext>
            </a:extLst>
          </p:cNvPr>
          <p:cNvSpPr/>
          <p:nvPr/>
        </p:nvSpPr>
        <p:spPr>
          <a:xfrm>
            <a:off x="4804496" y="0"/>
            <a:ext cx="7387504" cy="644652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tângulo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43466" y="488254"/>
            <a:ext cx="3517567" cy="1087974"/>
          </a:xfrm>
        </p:spPr>
        <p:txBody>
          <a:bodyPr rtlCol="0" anchor="b">
            <a:normAutofit/>
          </a:bodyPr>
          <a:lstStyle>
            <a:lvl1pPr>
              <a:lnSpc>
                <a:spcPct val="90000"/>
              </a:lnSpc>
              <a:defRPr lang="pt-BR" sz="3600" b="0">
                <a:solidFill>
                  <a:schemeClr val="accent1">
                    <a:lumMod val="50000"/>
                  </a:schemeClr>
                </a:solidFill>
              </a:defRPr>
            </a:lvl1pPr>
          </a:lstStyle>
          <a:p>
            <a:pPr rtl="0"/>
            <a:r>
              <a:rPr lang="pt-BR"/>
              <a:t>Clique para editar o estilo de título Mestre</a:t>
            </a:r>
            <a:endParaRPr lang="pt-BR" dirty="0"/>
          </a:p>
        </p:txBody>
      </p:sp>
      <p:sp>
        <p:nvSpPr>
          <p:cNvPr id="4" name="Espaço reservado para texto 3"/>
          <p:cNvSpPr>
            <a:spLocks noGrp="1"/>
          </p:cNvSpPr>
          <p:nvPr>
            <p:ph type="body" sz="half" idx="2"/>
          </p:nvPr>
        </p:nvSpPr>
        <p:spPr>
          <a:xfrm>
            <a:off x="403625" y="2038720"/>
            <a:ext cx="3517567" cy="3311706"/>
          </a:xfrm>
        </p:spPr>
        <p:txBody>
          <a:bodyPr lIns="91440" rIns="91440" rtlCol="0">
            <a:normAutofit/>
          </a:bodyPr>
          <a:lstStyle>
            <a:lvl1pPr marL="216000" indent="-216000">
              <a:spcAft>
                <a:spcPts val="0"/>
              </a:spcAft>
              <a:buFont typeface="Wingdings" panose="05000000000000000000" pitchFamily="2" charset="2"/>
              <a:buChar char="§"/>
              <a:defRPr lang="pt-BR" sz="1800">
                <a:solidFill>
                  <a:schemeClr val="tx1"/>
                </a:solidFill>
              </a:defRPr>
            </a:lvl1pPr>
            <a:lvl2pPr marL="457200" indent="0">
              <a:buNone/>
              <a:defRPr lang="pt-BR" sz="1200"/>
            </a:lvl2pPr>
            <a:lvl3pPr marL="914400" indent="0">
              <a:buNone/>
              <a:defRPr lang="pt-BR" sz="1000"/>
            </a:lvl3pPr>
            <a:lvl4pPr marL="1371600" indent="0">
              <a:buNone/>
              <a:defRPr lang="pt-BR" sz="900"/>
            </a:lvl4pPr>
            <a:lvl5pPr marL="1828800" indent="0">
              <a:buNone/>
              <a:defRPr lang="pt-BR" sz="900"/>
            </a:lvl5pPr>
            <a:lvl6pPr marL="2286000" indent="0">
              <a:buNone/>
              <a:defRPr lang="pt-BR" sz="900"/>
            </a:lvl6pPr>
            <a:lvl7pPr marL="2743200" indent="0">
              <a:buNone/>
              <a:defRPr lang="pt-BR" sz="900"/>
            </a:lvl7pPr>
            <a:lvl8pPr marL="3200400" indent="0">
              <a:buNone/>
              <a:defRPr lang="pt-BR" sz="900"/>
            </a:lvl8pPr>
            <a:lvl9pPr marL="3657600" indent="0">
              <a:buNone/>
              <a:defRPr lang="pt-BR" sz="900"/>
            </a:lvl9pPr>
          </a:lstStyle>
          <a:p>
            <a:pPr lvl="0" rtl="0"/>
            <a:r>
              <a:rPr lang="pt-BR"/>
              <a:t>Clique para editar o texto Mestre</a:t>
            </a:r>
          </a:p>
        </p:txBody>
      </p:sp>
      <p:sp>
        <p:nvSpPr>
          <p:cNvPr id="12" name="Espaço Reservado para Data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rtlCol="0"/>
          <a:lstStyle>
            <a:defPPr>
              <a:defRPr lang="pt-BR"/>
            </a:defPPr>
          </a:lstStyle>
          <a:p>
            <a:pPr rtl="0"/>
            <a:fld id="{9CD7D76A-3328-4445-AD41-17B3E685347F}" type="datetime1">
              <a:rPr lang="pt-BR" smtClean="0"/>
              <a:t>17/03/2022</a:t>
            </a:fld>
            <a:endParaRPr lang="pt-BR" dirty="0"/>
          </a:p>
        </p:txBody>
      </p:sp>
      <p:sp>
        <p:nvSpPr>
          <p:cNvPr id="13" name="Espaço Reservado para Rodapé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rtlCol="0"/>
          <a:lstStyle>
            <a:defPPr>
              <a:defRPr lang="pt-BR"/>
            </a:defPPr>
          </a:lstStyle>
          <a:p>
            <a:pPr rtl="0"/>
            <a:r>
              <a:rPr lang="pt-BR"/>
              <a:t>ENSINE UM CURSO</a:t>
            </a:r>
          </a:p>
        </p:txBody>
      </p:sp>
      <p:sp>
        <p:nvSpPr>
          <p:cNvPr id="14" name="Espaço Reservado para o Número do Slide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rtlCol="0"/>
          <a:lstStyle>
            <a:defPPr>
              <a:defRPr lang="pt-BR"/>
            </a:defPPr>
          </a:lstStyle>
          <a:p>
            <a:pPr rtl="0"/>
            <a:fld id="{3A98EE3D-8CD1-4C3F-BD1C-C98C9596463C}" type="slidenum">
              <a:rPr lang="pt-BR" smtClean="0"/>
              <a:t>‹#›</a:t>
            </a:fld>
            <a:endParaRPr lang="pt-BR" dirty="0"/>
          </a:p>
        </p:txBody>
      </p:sp>
      <p:sp>
        <p:nvSpPr>
          <p:cNvPr id="5" name="Espaço Reservado para Imagem 4">
            <a:extLst>
              <a:ext uri="{FF2B5EF4-FFF2-40B4-BE49-F238E27FC236}">
                <a16:creationId xmlns:a16="http://schemas.microsoft.com/office/drawing/2014/main" id="{FF66DD5E-2E55-4BFB-8214-2B5C5051F287}"/>
              </a:ext>
            </a:extLst>
          </p:cNvPr>
          <p:cNvSpPr>
            <a:spLocks noGrp="1"/>
          </p:cNvSpPr>
          <p:nvPr>
            <p:ph type="pic" sz="quarter" idx="14"/>
          </p:nvPr>
        </p:nvSpPr>
        <p:spPr>
          <a:xfrm>
            <a:off x="5599113" y="1692275"/>
            <a:ext cx="6592887" cy="3190875"/>
          </a:xfrm>
          <a:solidFill>
            <a:schemeClr val="bg1">
              <a:lumMod val="85000"/>
              <a:alpha val="50000"/>
            </a:schemeClr>
          </a:solidFill>
        </p:spPr>
        <p:txBody>
          <a:bodyPr rtlCol="0" anchor="ctr" anchorCtr="0"/>
          <a:lstStyle>
            <a:lvl1pPr algn="ctr">
              <a:defRPr lang="pt-BR"/>
            </a:lvl1pPr>
          </a:lstStyle>
          <a:p>
            <a:pPr rtl="0"/>
            <a:r>
              <a:rPr lang="pt-BR"/>
              <a:t>Clique no ícone para adicionar uma imagem</a:t>
            </a:r>
            <a:endParaRPr lang="pt-BR" dirty="0"/>
          </a:p>
        </p:txBody>
      </p:sp>
      <p:cxnSp>
        <p:nvCxnSpPr>
          <p:cNvPr id="16" name="Conector Reto 15">
            <a:extLst>
              <a:ext uri="{FF2B5EF4-FFF2-40B4-BE49-F238E27FC236}">
                <a16:creationId xmlns:a16="http://schemas.microsoft.com/office/drawing/2014/main" id="{76A38BEF-96DA-4CBE-8464-985906D9F5F1}"/>
              </a:ext>
            </a:extLst>
          </p:cNvPr>
          <p:cNvCxnSpPr>
            <a:cxnSpLocks/>
          </p:cNvCxnSpPr>
          <p:nvPr userDrawn="1"/>
        </p:nvCxnSpPr>
        <p:spPr>
          <a:xfrm>
            <a:off x="723686" y="1767848"/>
            <a:ext cx="3291840" cy="0"/>
          </a:xfrm>
          <a:prstGeom prst="line">
            <a:avLst/>
          </a:prstGeom>
          <a:ln w="15875">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394513"/>
      </p:ext>
    </p:extLst>
  </p:cSld>
  <p:clrMapOvr>
    <a:masterClrMapping/>
  </p:clrMapOvr>
</p:sldLayout>
</file>

<file path=ppt/slideMasters/_rels/slideMaster11.xml.rels>&#65279;<?xml version="1.0" encoding="utf-8"?><Relationships xmlns="http://schemas.openxmlformats.org/package/2006/relationships"><Relationship Type="http://schemas.openxmlformats.org/officeDocument/2006/relationships/slideLayout" Target="/ppt/slideLayouts/slideLayout82.xml" Id="rId8" /><Relationship Type="http://schemas.openxmlformats.org/officeDocument/2006/relationships/slideLayout" Target="/ppt/slideLayouts/slideLayout133.xml" Id="rId13" /><Relationship Type="http://schemas.openxmlformats.org/officeDocument/2006/relationships/slideLayout" Target="/ppt/slideLayouts/slideLayout34.xml" Id="rId3" /><Relationship Type="http://schemas.openxmlformats.org/officeDocument/2006/relationships/slideLayout" Target="/ppt/slideLayouts/slideLayout75.xml" Id="rId7" /><Relationship Type="http://schemas.openxmlformats.org/officeDocument/2006/relationships/slideLayout" Target="/ppt/slideLayouts/slideLayout126.xml" Id="rId12" /><Relationship Type="http://schemas.openxmlformats.org/officeDocument/2006/relationships/slideLayout" Target="/ppt/slideLayouts/slideLayout27.xml" Id="rId2" /><Relationship Type="http://schemas.openxmlformats.org/officeDocument/2006/relationships/slideLayout" Target="/ppt/slideLayouts/slideLayout18.xml" Id="rId1" /><Relationship Type="http://schemas.openxmlformats.org/officeDocument/2006/relationships/slideLayout" Target="/ppt/slideLayouts/slideLayout69.xml" Id="rId6" /><Relationship Type="http://schemas.openxmlformats.org/officeDocument/2006/relationships/slideLayout" Target="/ppt/slideLayouts/slideLayout1110.xml" Id="rId11" /><Relationship Type="http://schemas.openxmlformats.org/officeDocument/2006/relationships/slideLayout" Target="/ppt/slideLayouts/slideLayout51.xml" Id="rId5" /><Relationship Type="http://schemas.openxmlformats.org/officeDocument/2006/relationships/slideLayout" Target="/ppt/slideLayouts/slideLayout1011.xml" Id="rId10" /><Relationship Type="http://schemas.openxmlformats.org/officeDocument/2006/relationships/slideLayout" Target="/ppt/slideLayouts/slideLayout412.xml" Id="rId4" /><Relationship Type="http://schemas.openxmlformats.org/officeDocument/2006/relationships/slideLayout" Target="/ppt/slideLayouts/slideLayout913.xml" Id="rId9" /><Relationship Type="http://schemas.openxmlformats.org/officeDocument/2006/relationships/theme" Target="/ppt/theme/theme12.xml" Id="rId14" /></Relationships>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ço Reservado para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defPPr>
              <a:defRPr lang="pt-BR"/>
            </a:defPPr>
          </a:lstStyle>
          <a:p>
            <a:pPr rtl="0"/>
            <a:r>
              <a:rPr lang="pt-BR" noProof="0"/>
              <a:t>Clique para editar o estilo de título Mestre</a:t>
            </a:r>
          </a:p>
        </p:txBody>
      </p:sp>
      <p:sp>
        <p:nvSpPr>
          <p:cNvPr id="3" name="Espaço Reservado para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defPPr>
              <a:defRPr lang="pt-BR"/>
            </a:defPPr>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lang="pt-BR" sz="900">
                <a:solidFill>
                  <a:srgbClr val="FFFFFF"/>
                </a:solidFill>
              </a:defRPr>
            </a:lvl1pPr>
          </a:lstStyle>
          <a:p>
            <a:pPr rtl="0"/>
            <a:fld id="{C99F4E43-2D1C-4394-AFFF-ABB93667ADA7}" type="datetime1">
              <a:rPr lang="pt-BR" noProof="0" smtClean="0"/>
              <a:t>17/03/2022</a:t>
            </a:fld>
            <a:endParaRPr lang="pt-BR" noProof="0" dirty="0"/>
          </a:p>
        </p:txBody>
      </p:sp>
      <p:sp>
        <p:nvSpPr>
          <p:cNvPr id="5" name="Espaço Reservado para Rodapé 4"/>
          <p:cNvSpPr>
            <a:spLocks noGrp="1"/>
          </p:cNvSpPr>
          <p:nvPr>
            <p:ph type="ftr" sz="quarter" idx="3"/>
          </p:nvPr>
        </p:nvSpPr>
        <p:spPr>
          <a:xfrm>
            <a:off x="643051" y="6446838"/>
            <a:ext cx="6818262" cy="365125"/>
          </a:xfrm>
          <a:prstGeom prst="rect">
            <a:avLst/>
          </a:prstGeom>
        </p:spPr>
        <p:txBody>
          <a:bodyPr vert="horz" lIns="91440" tIns="45720" rIns="91440" bIns="45720" rtlCol="0" anchor="ctr"/>
          <a:lstStyle>
            <a:lvl1pPr algn="l">
              <a:defRPr lang="pt-BR" sz="900" cap="all" baseline="0">
                <a:solidFill>
                  <a:schemeClr val="accent1">
                    <a:lumMod val="40000"/>
                    <a:lumOff val="60000"/>
                  </a:schemeClr>
                </a:solidFill>
              </a:defRPr>
            </a:lvl1pPr>
          </a:lstStyle>
          <a:p>
            <a:pPr rtl="0"/>
            <a:r>
              <a:rPr lang="pt-BR" noProof="0"/>
              <a:t>ENSINE UM CURSO</a:t>
            </a:r>
          </a:p>
        </p:txBody>
      </p:sp>
      <p:sp>
        <p:nvSpPr>
          <p:cNvPr id="6" name="Espaço Reservado para o Número do Slide 5"/>
          <p:cNvSpPr>
            <a:spLocks noGrp="1"/>
          </p:cNvSpPr>
          <p:nvPr>
            <p:ph type="sldNum" sz="quarter" idx="4"/>
          </p:nvPr>
        </p:nvSpPr>
        <p:spPr>
          <a:xfrm>
            <a:off x="10930596" y="6446838"/>
            <a:ext cx="617912" cy="365125"/>
          </a:xfrm>
          <a:prstGeom prst="rect">
            <a:avLst/>
          </a:prstGeom>
        </p:spPr>
        <p:txBody>
          <a:bodyPr vert="horz" lIns="91440" tIns="45720" rIns="91440" bIns="45720" rtlCol="0" anchor="ctr"/>
          <a:lstStyle>
            <a:lvl1pPr algn="r">
              <a:defRPr lang="pt-BR" sz="1050">
                <a:solidFill>
                  <a:srgbClr val="FFFFFF"/>
                </a:solidFill>
              </a:defRPr>
            </a:lvl1pPr>
          </a:lstStyle>
          <a:p>
            <a:pPr rtl="0"/>
            <a:fld id="{3A98EE3D-8CD1-4C3F-BD1C-C98C9596463C}" type="slidenum">
              <a:rPr lang="pt-BR" noProof="0" smtClean="0"/>
              <a:pPr rtl="0"/>
              <a:t>‹#›</a:t>
            </a:fld>
            <a:endParaRPr lang="pt-BR" noProof="0"/>
          </a:p>
        </p:txBody>
      </p:sp>
      <p:cxnSp>
        <p:nvCxnSpPr>
          <p:cNvPr id="10" name="Conector Reto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14" r:id="rId1"/>
    <p:sldLayoutId id="2147483734" r:id="rId2"/>
    <p:sldLayoutId id="2147483728" r:id="rId3"/>
    <p:sldLayoutId id="2147483740" r:id="rId4"/>
    <p:sldLayoutId id="2147483741" r:id="rId5"/>
    <p:sldLayoutId id="2147483735" r:id="rId6"/>
    <p:sldLayoutId id="2147483738" r:id="rId7"/>
    <p:sldLayoutId id="2147483730" r:id="rId8"/>
    <p:sldLayoutId id="2147483731" r:id="rId9"/>
    <p:sldLayoutId id="2147483732" r:id="rId10"/>
    <p:sldLayoutId id="2147483736" r:id="rId11"/>
    <p:sldLayoutId id="2147483737" r:id="rId12"/>
    <p:sldLayoutId id="2147483733" r:id="rId13"/>
  </p:sldLayoutIdLst>
  <p:hf hdr="0" dt="0"/>
  <p:txStyles>
    <p:titleStyle>
      <a:lvl1pPr algn="l" defTabSz="914400" rtl="0" eaLnBrk="1" latinLnBrk="0" hangingPunct="1">
        <a:lnSpc>
          <a:spcPct val="90000"/>
        </a:lnSpc>
        <a:spcBef>
          <a:spcPct val="0"/>
        </a:spcBef>
        <a:buNone/>
        <a:defRPr lang="pt-BR" sz="3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lang="pt-B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lang="pt-B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lang="pt-B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lang="pt-B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lang="pt-B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pt-B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pt-B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pt-B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pt-BR" sz="1400" kern="1200">
          <a:solidFill>
            <a:schemeClr val="tx1">
              <a:lumMod val="75000"/>
              <a:lumOff val="25000"/>
            </a:schemeClr>
          </a:solidFill>
          <a:latin typeface="+mn-lt"/>
          <a:ea typeface="+mn-ea"/>
          <a:cs typeface="+mn-cs"/>
        </a:defRPr>
      </a:lvl9pPr>
    </p:bodyStyle>
    <p:otherStyle>
      <a:defPPr>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otherStyle>
  </p:txStyles>
</p:sldMaster>
</file>

<file path=ppt/slides/_rels/slide17.xml.rels>&#65279;<?xml version="1.0" encoding="utf-8"?><Relationships xmlns="http://schemas.openxmlformats.org/package/2006/relationships"><Relationship Type="http://schemas.openxmlformats.org/officeDocument/2006/relationships/image" Target="/ppt/media/image18.jpg" Id="rId3" /><Relationship Type="http://schemas.openxmlformats.org/officeDocument/2006/relationships/notesSlide" Target="/ppt/notesSlides/notesSlide17.xml" Id="rId2" /><Relationship Type="http://schemas.openxmlformats.org/officeDocument/2006/relationships/slideLayout" Target="/ppt/slideLayouts/slideLayout18.xml" Id="rId1" /></Relationships>
</file>

<file path=ppt/slides/_rels/slide25.xml.rels>&#65279;<?xml version="1.0" encoding="utf-8"?><Relationships xmlns="http://schemas.openxmlformats.org/package/2006/relationships"><Relationship Type="http://schemas.microsoft.com/office/2007/relationships/diagramDrawing" Target="/ppt/diagrams/drawing12.xml" Id="rId8" /><Relationship Type="http://schemas.openxmlformats.org/officeDocument/2006/relationships/image" Target="/ppt/media/image24.jpg" Id="rId3" /><Relationship Type="http://schemas.openxmlformats.org/officeDocument/2006/relationships/diagramColors" Target="/ppt/diagrams/colors12.xml" Id="rId7" /><Relationship Type="http://schemas.openxmlformats.org/officeDocument/2006/relationships/notesSlide" Target="/ppt/notesSlides/notesSlide25.xml" Id="rId2" /><Relationship Type="http://schemas.openxmlformats.org/officeDocument/2006/relationships/slideLayout" Target="/ppt/slideLayouts/slideLayout412.xml" Id="rId1" /><Relationship Type="http://schemas.openxmlformats.org/officeDocument/2006/relationships/diagramQuickStyle" Target="/ppt/diagrams/quickStyle12.xml" Id="rId6" /><Relationship Type="http://schemas.openxmlformats.org/officeDocument/2006/relationships/diagramLayout" Target="/ppt/diagrams/layout12.xml" Id="rId5" /><Relationship Type="http://schemas.openxmlformats.org/officeDocument/2006/relationships/diagramData" Target="/ppt/diagrams/data12.xml" Id="rId4" /><Relationship Type="http://schemas.openxmlformats.org/officeDocument/2006/relationships/image" Target="/ppt/media/image135.jpg" Id="rId9" /></Relationships>
</file>

<file path=ppt/slides/_rels/slide33.xml.rels>&#65279;<?xml version="1.0" encoding="utf-8"?><Relationships xmlns="http://schemas.openxmlformats.org/package/2006/relationships"><Relationship Type="http://schemas.openxmlformats.org/officeDocument/2006/relationships/image" Target="/ppt/media/image142.jpg" Id="rId3" /><Relationship Type="http://schemas.openxmlformats.org/officeDocument/2006/relationships/notesSlide" Target="/ppt/notesSlides/notesSlide33.xml" Id="rId2" /><Relationship Type="http://schemas.openxmlformats.org/officeDocument/2006/relationships/slideLayout" Target="/ppt/slideLayouts/slideLayout34.xml" Id="rId1" /></Relationships>
</file>

<file path=ppt/slides/_rels/slide41.xml.rels>&#65279;<?xml version="1.0" encoding="utf-8"?><Relationships xmlns="http://schemas.openxmlformats.org/package/2006/relationships"><Relationship Type="http://schemas.openxmlformats.org/officeDocument/2006/relationships/image" Target="/ppt/media/image15.jpg" Id="rId3" /><Relationship Type="http://schemas.openxmlformats.org/officeDocument/2006/relationships/notesSlide" Target="/ppt/notesSlides/notesSlide41.xml" Id="rId2" /><Relationship Type="http://schemas.openxmlformats.org/officeDocument/2006/relationships/slideLayout" Target="/ppt/slideLayouts/slideLayout51.xml" Id="rId1" /></Relationships>
</file>

<file path=ppt/slides/_rels/slide69.xml.rels>&#65279;<?xml version="1.0" encoding="utf-8"?><Relationships xmlns="http://schemas.openxmlformats.org/package/2006/relationships"><Relationship Type="http://schemas.openxmlformats.org/officeDocument/2006/relationships/diagramData" Target="/ppt/diagrams/data33.xml" Id="rId3" /><Relationship Type="http://schemas.microsoft.com/office/2007/relationships/diagramDrawing" Target="/ppt/diagrams/drawing33.xml" Id="rId7" /><Relationship Type="http://schemas.openxmlformats.org/officeDocument/2006/relationships/notesSlide" Target="/ppt/notesSlides/notesSlide69.xml" Id="rId2" /><Relationship Type="http://schemas.openxmlformats.org/officeDocument/2006/relationships/slideLayout" Target="/ppt/slideLayouts/slideLayout51.xml" Id="rId1" /><Relationship Type="http://schemas.openxmlformats.org/officeDocument/2006/relationships/diagramColors" Target="/ppt/diagrams/colors33.xml" Id="rId6" /><Relationship Type="http://schemas.openxmlformats.org/officeDocument/2006/relationships/diagramQuickStyle" Target="/ppt/diagrams/quickStyle33.xml" Id="rId5" /><Relationship Type="http://schemas.openxmlformats.org/officeDocument/2006/relationships/diagramLayout" Target="/ppt/diagrams/layout33.xml" Id="rId4" /></Relationships>
</file>

<file path=ppt/slides/_rels/slide76.xml.rels>&#65279;<?xml version="1.0" encoding="utf-8"?><Relationships xmlns="http://schemas.openxmlformats.org/package/2006/relationships"><Relationship Type="http://schemas.openxmlformats.org/officeDocument/2006/relationships/image" Target="/ppt/media/image296.jpg" Id="rId3" /><Relationship Type="http://schemas.openxmlformats.org/officeDocument/2006/relationships/notesSlide" Target="/ppt/notesSlides/notesSlide76.xml" Id="rId2" /><Relationship Type="http://schemas.openxmlformats.org/officeDocument/2006/relationships/slideLayout" Target="/ppt/slideLayouts/slideLayout1110.xml" Id="rId1" /><Relationship Type="http://schemas.openxmlformats.org/officeDocument/2006/relationships/image" Target="/ppt/media/image307.jpg" Id="rId4" /></Relationships>
</file>

<file path=ppt/slides/_rels/slide84.xml.rels>&#65279;<?xml version="1.0" encoding="utf-8"?><Relationships xmlns="http://schemas.openxmlformats.org/package/2006/relationships"><Relationship Type="http://schemas.openxmlformats.org/officeDocument/2006/relationships/image" Target="/ppt/media/image313.jpg" Id="rId3" /><Relationship Type="http://schemas.openxmlformats.org/officeDocument/2006/relationships/notesSlide" Target="/ppt/notesSlides/notesSlide84.xml" Id="rId2" /><Relationship Type="http://schemas.openxmlformats.org/officeDocument/2006/relationships/slideLayout" Target="/ppt/slideLayouts/slideLayout126.xml" Id="rId1" /></Relationships>
</file>

<file path=ppt/slides/_rels/slide92.xml.rels>&#65279;<?xml version="1.0" encoding="utf-8"?><Relationships xmlns="http://schemas.openxmlformats.org/package/2006/relationships"><Relationship Type="http://schemas.openxmlformats.org/officeDocument/2006/relationships/diagramData" Target="/ppt/diagrams/data41.xml" Id="rId3" /><Relationship Type="http://schemas.microsoft.com/office/2007/relationships/diagramDrawing" Target="/ppt/diagrams/drawing4.xml" Id="rId7" /><Relationship Type="http://schemas.openxmlformats.org/officeDocument/2006/relationships/notesSlide" Target="/ppt/notesSlides/notesSlide92.xml" Id="rId2" /><Relationship Type="http://schemas.openxmlformats.org/officeDocument/2006/relationships/slideLayout" Target="/ppt/slideLayouts/slideLayout51.xml" Id="rId1" /><Relationship Type="http://schemas.openxmlformats.org/officeDocument/2006/relationships/diagramColors" Target="/ppt/diagrams/colors41.xml" Id="rId6" /><Relationship Type="http://schemas.openxmlformats.org/officeDocument/2006/relationships/diagramQuickStyle" Target="/ppt/diagrams/quickStyle41.xml" Id="rId5" /><Relationship Type="http://schemas.openxmlformats.org/officeDocument/2006/relationships/diagramLayout" Target="/ppt/diagrams/layout41.xml" Id="rId4" /></Relationships>
</file>

<file path=ppt/slides/_rels/slide118.xml.rels>&#65279;<?xml version="1.0" encoding="utf-8"?><Relationships xmlns="http://schemas.openxmlformats.org/package/2006/relationships"><Relationship Type="http://schemas.openxmlformats.org/officeDocument/2006/relationships/image" Target="/ppt/media/image339.jpg" Id="rId3" /><Relationship Type="http://schemas.openxmlformats.org/officeDocument/2006/relationships/notesSlide" Target="/ppt/notesSlides/notesSlide118.xml" Id="rId2" /><Relationship Type="http://schemas.openxmlformats.org/officeDocument/2006/relationships/slideLayout" Target="/ppt/slideLayouts/slideLayout133.xml" Id="rId1" /></Relationships>
</file>

<file path=ppt/slides/_rels/slide510.xml.rels>&#65279;<?xml version="1.0" encoding="utf-8"?><Relationships xmlns="http://schemas.openxmlformats.org/package/2006/relationships"><Relationship Type="http://schemas.microsoft.com/office/2007/relationships/diagramDrawing" Target="/ppt/diagrams/drawing24.xml" Id="rId8" /><Relationship Type="http://schemas.openxmlformats.org/officeDocument/2006/relationships/image" Target="/ppt/media/image1610.jpg" Id="rId3" /><Relationship Type="http://schemas.openxmlformats.org/officeDocument/2006/relationships/diagramColors" Target="/ppt/diagrams/colors24.xml" Id="rId7" /><Relationship Type="http://schemas.openxmlformats.org/officeDocument/2006/relationships/notesSlide" Target="/ppt/notesSlides/notesSlide510.xml" Id="rId2" /><Relationship Type="http://schemas.openxmlformats.org/officeDocument/2006/relationships/slideLayout" Target="/ppt/slideLayouts/slideLayout51.xml" Id="rId1" /><Relationship Type="http://schemas.openxmlformats.org/officeDocument/2006/relationships/diagramQuickStyle" Target="/ppt/diagrams/quickStyle24.xml" Id="rId6" /><Relationship Type="http://schemas.openxmlformats.org/officeDocument/2006/relationships/diagramLayout" Target="/ppt/diagrams/layout24.xml" Id="rId5" /><Relationship Type="http://schemas.openxmlformats.org/officeDocument/2006/relationships/diagramData" Target="/ppt/diagrams/data24.xml" Id="rId4" /></Relationships>
</file>

<file path=ppt/slides/_rels/slide1011.xml.rels>&#65279;<?xml version="1.0" encoding="utf-8"?><Relationships xmlns="http://schemas.openxmlformats.org/package/2006/relationships"><Relationship Type="http://schemas.microsoft.com/office/2007/relationships/diagramDrawing" Target="/ppt/diagrams/drawing55.xml" Id="rId8" /><Relationship Type="http://schemas.openxmlformats.org/officeDocument/2006/relationships/image" Target="/ppt/media/image3211.jpg" Id="rId3" /><Relationship Type="http://schemas.openxmlformats.org/officeDocument/2006/relationships/diagramColors" Target="/ppt/diagrams/colors55.xml" Id="rId7" /><Relationship Type="http://schemas.openxmlformats.org/officeDocument/2006/relationships/notesSlide" Target="/ppt/notesSlides/notesSlide1011.xml" Id="rId2" /><Relationship Type="http://schemas.openxmlformats.org/officeDocument/2006/relationships/slideLayout" Target="/ppt/slideLayouts/slideLayout51.xml" Id="rId1" /><Relationship Type="http://schemas.openxmlformats.org/officeDocument/2006/relationships/diagramQuickStyle" Target="/ppt/diagrams/quickStyle55.xml" Id="rId6" /><Relationship Type="http://schemas.openxmlformats.org/officeDocument/2006/relationships/diagramLayout" Target="/ppt/diagrams/layout55.xml" Id="rId5" /><Relationship Type="http://schemas.openxmlformats.org/officeDocument/2006/relationships/diagramData" Target="/ppt/diagrams/data55.xml" Id="rId4" /></Relationships>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tângulo 17">
            <a:extLst>
              <a:ext uri="{FF2B5EF4-FFF2-40B4-BE49-F238E27FC236}">
                <a16:creationId xmlns:a16="http://schemas.microsoft.com/office/drawing/2014/main" id="{0B4FB531-34DA-4777-9BD5-5B885DC3819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white">
          <a:xfrm>
            <a:off x="1507" y="4915076"/>
            <a:ext cx="12188952" cy="1942924"/>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a:extLst>
              <a:ext uri="{FF2B5EF4-FFF2-40B4-BE49-F238E27FC236}">
                <a16:creationId xmlns:a16="http://schemas.microsoft.com/office/drawing/2014/main" id="{AB512D56-3115-4658-A559-1918ADBF37B8}"/>
              </a:ext>
            </a:extLst>
          </p:cNvPr>
          <p:cNvSpPr>
            <a:spLocks noGrp="1"/>
          </p:cNvSpPr>
          <p:nvPr>
            <p:ph type="ctrTitle"/>
          </p:nvPr>
        </p:nvSpPr>
        <p:spPr>
          <a:xfrm>
            <a:off x="828675" y="5120639"/>
            <a:ext cx="7137263" cy="1280161"/>
          </a:xfrm>
        </p:spPr>
        <p:txBody>
          <a:bodyPr rtlCol="0" anchor="ctr">
            <a:normAutofit/>
          </a:bodyPr>
          <a:lstStyle>
            <a:defPPr>
              <a:defRPr lang="pt-BR"/>
            </a:defPPr>
          </a:lstStyle>
          <a:p>
            <a:pPr algn="r" rtl="0"/>
            <a:r>
              <a:rPr lang="pt-BR" sz="4800">
                <a:solidFill>
                  <a:srgbClr val="FFFFFF"/>
                </a:solidFill>
              </a:rPr>
              <a:t>Ensine um Curso</a:t>
            </a:r>
          </a:p>
        </p:txBody>
      </p:sp>
      <p:cxnSp>
        <p:nvCxnSpPr>
          <p:cNvPr id="25" name="Conector Reto 19">
            <a:extLst>
              <a:ext uri="{FF2B5EF4-FFF2-40B4-BE49-F238E27FC236}">
                <a16:creationId xmlns:a16="http://schemas.microsoft.com/office/drawing/2014/main" id="{D5B557D3-D7B4-404B-84A1-9BD182BE5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9548BE92-E817-4C9A-B197-64FAE3ED7D63}"/>
              </a:ext>
            </a:extLst>
          </p:cNvPr>
          <p:cNvSpPr>
            <a:spLocks noGrp="1"/>
          </p:cNvSpPr>
          <p:nvPr>
            <p:ph type="subTitle" idx="1"/>
          </p:nvPr>
        </p:nvSpPr>
        <p:spPr>
          <a:xfrm>
            <a:off x="8289581" y="5166359"/>
            <a:ext cx="2575644" cy="1188721"/>
          </a:xfrm>
        </p:spPr>
        <p:txBody>
          <a:bodyPr rtlCol="0" anchor="ctr">
            <a:normAutofit/>
          </a:bodyPr>
          <a:lstStyle>
            <a:defPPr>
              <a:defRPr lang="pt-BR"/>
            </a:defPPr>
          </a:lstStyle>
          <a:p>
            <a:pPr rtl="0"/>
            <a:r>
              <a:rPr lang="pt-BR" sz="1500"/>
              <a:t>Subtítulo da apresentação</a:t>
            </a:r>
          </a:p>
        </p:txBody>
      </p:sp>
      <p:pic>
        <p:nvPicPr>
          <p:cNvPr id="4" name="Imagem 3" descr="Duas engenheiras no laboratório">
            <a:extLst>
              <a:ext uri="{FF2B5EF4-FFF2-40B4-BE49-F238E27FC236}">
                <a16:creationId xmlns:a16="http://schemas.microsoft.com/office/drawing/2014/main" id="{801D26BD-C777-4D54-BB49-2E97776B30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 y="87"/>
            <a:ext cx="12192031" cy="4914912"/>
          </a:xfrm>
          <a:prstGeom prst="rect">
            <a:avLst/>
          </a:prstGeom>
        </p:spPr>
      </p:pic>
    </p:spTree>
    <p:extLst>
      <p:ext uri="{BB962C8B-B14F-4D97-AF65-F5344CB8AC3E}">
        <p14:creationId xmlns:p14="http://schemas.microsoft.com/office/powerpoint/2010/main" val="3340685843"/>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Espaço Reservado para Imagem 16" descr="Uma pessoa usando um computador">
            <a:extLst>
              <a:ext uri="{FF2B5EF4-FFF2-40B4-BE49-F238E27FC236}">
                <a16:creationId xmlns:a16="http://schemas.microsoft.com/office/drawing/2014/main" id="{1FE05F69-81FE-41EC-874F-C9DA7048A589}"/>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5" name="Título 14">
            <a:extLst>
              <a:ext uri="{FF2B5EF4-FFF2-40B4-BE49-F238E27FC236}">
                <a16:creationId xmlns:a16="http://schemas.microsoft.com/office/drawing/2014/main" id="{66F458A5-2AF5-4290-8A07-8B68C223F81D}"/>
              </a:ext>
            </a:extLst>
          </p:cNvPr>
          <p:cNvSpPr>
            <a:spLocks noGrp="1"/>
          </p:cNvSpPr>
          <p:nvPr>
            <p:ph type="title"/>
          </p:nvPr>
        </p:nvSpPr>
        <p:spPr/>
        <p:txBody>
          <a:bodyPr rtlCol="0"/>
          <a:lstStyle>
            <a:defPPr>
              <a:defRPr lang="pt-BR"/>
            </a:defPPr>
          </a:lstStyle>
          <a:p>
            <a:pPr rtl="0"/>
            <a:r>
              <a:rPr lang="pt-BR" dirty="0"/>
              <a:t>Esboço do curso</a:t>
            </a:r>
          </a:p>
        </p:txBody>
      </p:sp>
      <p:graphicFrame>
        <p:nvGraphicFramePr>
          <p:cNvPr id="10" name="Espaço Reservado para Conteúdo 2" descr="Objeto do SmartArt">
            <a:extLst>
              <a:ext uri="{FF2B5EF4-FFF2-40B4-BE49-F238E27FC236}">
                <a16:creationId xmlns:a16="http://schemas.microsoft.com/office/drawing/2014/main" id="{00E51AD9-52AC-49A5-BF0E-64F1B769CE85}"/>
              </a:ext>
            </a:extLst>
          </p:cNvPr>
          <p:cNvGraphicFramePr>
            <a:graphicFrameLocks noGrp="1"/>
          </p:cNvGraphicFramePr>
          <p:nvPr>
            <p:ph sz="half" idx="1"/>
            <p:extLst>
              <p:ext uri="{D42A27DB-BD31-4B8C-83A1-F6EECF244321}">
                <p14:modId xmlns:p14="http://schemas.microsoft.com/office/powerpoint/2010/main" val="100794934"/>
              </p:ext>
            </p:extLst>
          </p:nvPr>
        </p:nvGraphicFramePr>
        <p:xfrm>
          <a:off x="744538" y="1985990"/>
          <a:ext cx="4954587" cy="37480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Espaço Reservado para Conteúdo 5" descr="Mulher com laptop">
            <a:extLst>
              <a:ext uri="{FF2B5EF4-FFF2-40B4-BE49-F238E27FC236}">
                <a16:creationId xmlns:a16="http://schemas.microsoft.com/office/drawing/2014/main" id="{BF79C0FC-6A53-48FD-A2FB-DC1F7E6C6B69}"/>
              </a:ext>
            </a:extLst>
          </p:cNvPr>
          <p:cNvPicPr>
            <a:picLocks noGrp="1" noChangeAspect="1"/>
          </p:cNvPicPr>
          <p:nvPr>
            <p:ph sz="half" idx="2"/>
          </p:nvPr>
        </p:nvPicPr>
        <p:blipFill>
          <a:blip r:embed="rId9">
            <a:extLst>
              <a:ext uri="{28A0092B-C50C-407E-A947-70E740481C1C}">
                <a14:useLocalDpi xmlns:a14="http://schemas.microsoft.com/office/drawing/2010/main" val="0"/>
              </a:ext>
            </a:extLst>
          </a:blip>
          <a:srcRect/>
          <a:stretch/>
        </p:blipFill>
        <p:spPr>
          <a:xfrm>
            <a:off x="6096000" y="1986706"/>
            <a:ext cx="5357813" cy="3746655"/>
          </a:xfrm>
        </p:spPr>
      </p:pic>
      <p:sp>
        <p:nvSpPr>
          <p:cNvPr id="3" name="Espaço Reservado para Rodapé 2">
            <a:extLst>
              <a:ext uri="{FF2B5EF4-FFF2-40B4-BE49-F238E27FC236}">
                <a16:creationId xmlns:a16="http://schemas.microsoft.com/office/drawing/2014/main" id="{4EF15B35-3E87-AB47-A668-38DD000ADF27}"/>
              </a:ext>
            </a:extLst>
          </p:cNvPr>
          <p:cNvSpPr>
            <a:spLocks noGrp="1"/>
          </p:cNvSpPr>
          <p:nvPr>
            <p:ph type="ftr" sz="quarter" idx="11"/>
          </p:nvPr>
        </p:nvSpPr>
        <p:spPr/>
        <p:txBody>
          <a:bodyPr rtlCol="0"/>
          <a:lstStyle>
            <a:defPPr>
              <a:defRPr lang="pt-BR"/>
            </a:defPPr>
          </a:lstStyle>
          <a:p>
            <a:pPr rtl="0"/>
            <a:r>
              <a:rPr lang="pt-BR"/>
              <a:t>ENSINE UM CURSO</a:t>
            </a:r>
          </a:p>
        </p:txBody>
      </p:sp>
      <p:sp>
        <p:nvSpPr>
          <p:cNvPr id="18" name="Espaço Reservado para o Número do Slide 17">
            <a:extLst>
              <a:ext uri="{FF2B5EF4-FFF2-40B4-BE49-F238E27FC236}">
                <a16:creationId xmlns:a16="http://schemas.microsoft.com/office/drawing/2014/main" id="{41B78239-2280-4550-A468-F95E90299A5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pPr/>
              <a:t>2</a:t>
            </a:fld>
            <a:endParaRPr lang="pt-BR" dirty="0"/>
          </a:p>
        </p:txBody>
      </p:sp>
    </p:spTree>
    <p:extLst>
      <p:ext uri="{BB962C8B-B14F-4D97-AF65-F5344CB8AC3E}">
        <p14:creationId xmlns:p14="http://schemas.microsoft.com/office/powerpoint/2010/main" val="359849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6" name="Retângulo 25">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a:extLst>
              <a:ext uri="{FF2B5EF4-FFF2-40B4-BE49-F238E27FC236}">
                <a16:creationId xmlns:a16="http://schemas.microsoft.com/office/drawing/2014/main" id="{87071E00-ABE1-44FD-92BD-2769C2C9C727}"/>
              </a:ext>
            </a:extLst>
          </p:cNvPr>
          <p:cNvSpPr>
            <a:spLocks noGrp="1"/>
          </p:cNvSpPr>
          <p:nvPr>
            <p:ph type="title"/>
          </p:nvPr>
        </p:nvSpPr>
        <p:spPr>
          <a:xfrm>
            <a:off x="598202" y="516835"/>
            <a:ext cx="3448259" cy="1666501"/>
          </a:xfrm>
        </p:spPr>
        <p:txBody>
          <a:bodyPr vert="horz" lIns="91440" tIns="45720" rIns="91440" bIns="45720" rtlCol="0" anchor="b">
            <a:normAutofit/>
          </a:bodyPr>
          <a:lstStyle>
            <a:defPPr>
              <a:defRPr lang="pt-BR"/>
            </a:defPPr>
          </a:lstStyle>
          <a:p>
            <a:pPr rtl="0"/>
            <a:r>
              <a:rPr lang="pt-BR" sz="4000" dirty="0">
                <a:solidFill>
                  <a:srgbClr val="FFFFFF"/>
                </a:solidFill>
              </a:rPr>
              <a:t>Primeira lição</a:t>
            </a:r>
          </a:p>
        </p:txBody>
      </p:sp>
      <p:cxnSp>
        <p:nvCxnSpPr>
          <p:cNvPr id="28" name="Conector Reto 27">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6A7BD30D-629F-49D4-AE04-2D99B365E4B8}"/>
              </a:ext>
            </a:extLst>
          </p:cNvPr>
          <p:cNvSpPr>
            <a:spLocks noGrp="1"/>
          </p:cNvSpPr>
          <p:nvPr>
            <p:ph sz="half" idx="1"/>
          </p:nvPr>
        </p:nvSpPr>
        <p:spPr>
          <a:xfrm>
            <a:off x="505657" y="2604280"/>
            <a:ext cx="3448259" cy="3342747"/>
          </a:xfrm>
        </p:spPr>
        <p:txBody>
          <a:bodyPr vert="horz" lIns="0" tIns="45720" rIns="0" bIns="45720" rtlCol="0">
            <a:normAutofit/>
          </a:bodyPr>
          <a:lstStyle>
            <a:defPPr>
              <a:defRPr lang="pt-BR"/>
            </a:defPPr>
          </a:lstStyle>
          <a:p>
            <a:pPr marL="216000" indent="0" rtl="0">
              <a:spcAft>
                <a:spcPts val="0"/>
              </a:spcAft>
              <a:buFont typeface="Calibri" panose="020F0502020204030204" pitchFamily="34" charset="0"/>
              <a:buNone/>
            </a:pPr>
            <a:r>
              <a:rPr lang="pt-BR" sz="1800" dirty="0">
                <a:solidFill>
                  <a:schemeClr val="accent1">
                    <a:lumMod val="40000"/>
                    <a:lumOff val="60000"/>
                  </a:schemeClr>
                </a:solidFill>
              </a:rPr>
              <a:t>Abordaremos essas habilidades:</a:t>
            </a:r>
          </a:p>
          <a:p>
            <a:pPr marL="404813" indent="-215900" rtl="0">
              <a:spcBef>
                <a:spcPts val="600"/>
              </a:spcBef>
              <a:spcAft>
                <a:spcPts val="0"/>
              </a:spcAft>
              <a:buFont typeface="Wingdings" panose="05000000000000000000" pitchFamily="2" charset="2"/>
              <a:buChar char="§"/>
            </a:pPr>
            <a:r>
              <a:rPr lang="pt-BR" dirty="0">
                <a:solidFill>
                  <a:srgbClr val="FFFFFF"/>
                </a:solidFill>
              </a:rPr>
              <a:t>Primeira habilidade</a:t>
            </a:r>
          </a:p>
          <a:p>
            <a:pPr marL="404813" indent="-215900" rtl="0">
              <a:spcBef>
                <a:spcPts val="600"/>
              </a:spcBef>
              <a:spcAft>
                <a:spcPts val="0"/>
              </a:spcAft>
              <a:buFont typeface="Wingdings" panose="05000000000000000000" pitchFamily="2" charset="2"/>
              <a:buChar char="§"/>
            </a:pPr>
            <a:r>
              <a:rPr lang="pt-BR" dirty="0">
                <a:solidFill>
                  <a:srgbClr val="FFFFFF"/>
                </a:solidFill>
              </a:rPr>
              <a:t>Segunda habilidade</a:t>
            </a:r>
          </a:p>
          <a:p>
            <a:pPr marL="404813" indent="-215900" rtl="0">
              <a:spcBef>
                <a:spcPts val="600"/>
              </a:spcBef>
              <a:spcAft>
                <a:spcPts val="0"/>
              </a:spcAft>
              <a:buFont typeface="Wingdings" panose="05000000000000000000" pitchFamily="2" charset="2"/>
              <a:buChar char="§"/>
            </a:pPr>
            <a:r>
              <a:rPr lang="pt-BR" dirty="0">
                <a:solidFill>
                  <a:srgbClr val="FFFFFF"/>
                </a:solidFill>
              </a:rPr>
              <a:t>Terceira habilidade</a:t>
            </a:r>
          </a:p>
        </p:txBody>
      </p:sp>
      <p:sp>
        <p:nvSpPr>
          <p:cNvPr id="4" name="Espaço Reservado para Rodapé 3">
            <a:extLst>
              <a:ext uri="{FF2B5EF4-FFF2-40B4-BE49-F238E27FC236}">
                <a16:creationId xmlns:a16="http://schemas.microsoft.com/office/drawing/2014/main" id="{94E186FA-5C4C-4ED3-90C4-8DB38BD9C85F}"/>
              </a:ext>
            </a:extLst>
          </p:cNvPr>
          <p:cNvSpPr>
            <a:spLocks noGrp="1"/>
          </p:cNvSpPr>
          <p:nvPr>
            <p:ph type="ftr" sz="quarter" idx="11"/>
          </p:nvPr>
        </p:nvSpPr>
        <p:spPr/>
        <p:txBody>
          <a:bodyPr rtlCol="0"/>
          <a:lstStyle>
            <a:defPPr>
              <a:defRPr lang="pt-BR"/>
            </a:defPPr>
          </a:lstStyle>
          <a:p>
            <a:pPr rtl="0"/>
            <a:r>
              <a:rPr lang="pt-BR"/>
              <a:t>ENSINE UM CURSO</a:t>
            </a:r>
          </a:p>
        </p:txBody>
      </p:sp>
      <p:pic>
        <p:nvPicPr>
          <p:cNvPr id="6" name="Espaço Reservado para Conteúdo 5" descr="Tela do laptop com um código">
            <a:extLst>
              <a:ext uri="{FF2B5EF4-FFF2-40B4-BE49-F238E27FC236}">
                <a16:creationId xmlns:a16="http://schemas.microsoft.com/office/drawing/2014/main" id="{BF79C0FC-6A53-48FD-A2FB-DC1F7E6C6B6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4656015" y="10"/>
            <a:ext cx="7534264" cy="6857990"/>
          </a:xfrm>
          <a:prstGeom prst="rect">
            <a:avLst/>
          </a:prstGeom>
        </p:spPr>
      </p:pic>
      <p:sp>
        <p:nvSpPr>
          <p:cNvPr id="5" name="Espaço Reservado para o Número do Slide 4">
            <a:extLst>
              <a:ext uri="{FF2B5EF4-FFF2-40B4-BE49-F238E27FC236}">
                <a16:creationId xmlns:a16="http://schemas.microsoft.com/office/drawing/2014/main" id="{486B821F-B541-46B1-BC2A-76D9C1FC48EB}"/>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3</a:t>
            </a:fld>
            <a:endParaRPr lang="pt-BR" dirty="0"/>
          </a:p>
        </p:txBody>
      </p:sp>
    </p:spTree>
    <p:extLst>
      <p:ext uri="{BB962C8B-B14F-4D97-AF65-F5344CB8AC3E}">
        <p14:creationId xmlns:p14="http://schemas.microsoft.com/office/powerpoint/2010/main" val="3309719136"/>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Espaço Reservado para Imagem 15" descr="O homem mostra algo no laptop">
            <a:extLst>
              <a:ext uri="{FF2B5EF4-FFF2-40B4-BE49-F238E27FC236}">
                <a16:creationId xmlns:a16="http://schemas.microsoft.com/office/drawing/2014/main" id="{22FB2237-B866-4C19-BF30-A9BFA8E15C02}"/>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5" name="Título 4">
            <a:extLst>
              <a:ext uri="{FF2B5EF4-FFF2-40B4-BE49-F238E27FC236}">
                <a16:creationId xmlns:a16="http://schemas.microsoft.com/office/drawing/2014/main" id="{8AD2E63C-40F7-4CF4-BE57-F002221AABF4}"/>
              </a:ext>
            </a:extLst>
          </p:cNvPr>
          <p:cNvSpPr>
            <a:spLocks noGrp="1"/>
          </p:cNvSpPr>
          <p:nvPr>
            <p:ph type="title"/>
          </p:nvPr>
        </p:nvSpPr>
        <p:spPr/>
        <p:txBody>
          <a:bodyPr rtlCol="0"/>
          <a:lstStyle>
            <a:defPPr>
              <a:defRPr lang="pt-BR"/>
            </a:defPPr>
          </a:lstStyle>
          <a:p>
            <a:pPr rtl="0"/>
            <a:r>
              <a:rPr lang="pt-BR" dirty="0"/>
              <a:t>Primeira habilidade</a:t>
            </a:r>
          </a:p>
        </p:txBody>
      </p:sp>
      <p:sp>
        <p:nvSpPr>
          <p:cNvPr id="6" name="Espaço Reservado para Conteúdo 5">
            <a:extLst>
              <a:ext uri="{FF2B5EF4-FFF2-40B4-BE49-F238E27FC236}">
                <a16:creationId xmlns:a16="http://schemas.microsoft.com/office/drawing/2014/main" id="{F3317B3A-F74B-4C4D-837E-EF535894307C}"/>
              </a:ext>
            </a:extLst>
          </p:cNvPr>
          <p:cNvSpPr>
            <a:spLocks noGrp="1"/>
          </p:cNvSpPr>
          <p:nvPr>
            <p:ph sz="half" idx="1"/>
          </p:nvPr>
        </p:nvSpPr>
        <p:spPr>
          <a:xfrm>
            <a:off x="514715" y="1812759"/>
            <a:ext cx="10905457" cy="2679030"/>
          </a:xfrm>
        </p:spPr>
        <p:txBody>
          <a:bodyPr numCol="2" spcCol="540000" rtlCol="0"/>
          <a:lstStyle>
            <a:defPPr>
              <a:defRPr lang="pt-BR"/>
            </a:defPPr>
          </a:lstStyle>
          <a:p>
            <a:pPr marL="171450" indent="-171450" rtl="0">
              <a:lnSpc>
                <a:spcPct val="90000"/>
              </a:lnSpc>
              <a:spcBef>
                <a:spcPts val="1800"/>
              </a:spcBef>
              <a:spcAft>
                <a:spcPts val="0"/>
              </a:spcAft>
              <a:buFont typeface="Wingdings" panose="05000000000000000000" pitchFamily="2" charset="2"/>
              <a:buChar char="§"/>
            </a:pPr>
            <a:r>
              <a:rPr lang="pt-BR" sz="1600"/>
              <a:t>Lorem ipsum dolor sit amet, consectetuer adipiscing elit. Maecenas porttitor congue massa. Fusce posuere, magna sed pulvinar ultricies, purus lectus malesuada libero, sit amet commodo magna eros quis urna.</a:t>
            </a:r>
          </a:p>
          <a:p>
            <a:pPr marL="171450" indent="-171450" rtl="0">
              <a:lnSpc>
                <a:spcPct val="90000"/>
              </a:lnSpc>
              <a:spcBef>
                <a:spcPts val="1800"/>
              </a:spcBef>
              <a:spcAft>
                <a:spcPts val="0"/>
              </a:spcAft>
              <a:buFont typeface="Wingdings" panose="05000000000000000000" pitchFamily="2" charset="2"/>
              <a:buChar char="§"/>
            </a:pPr>
            <a:r>
              <a:rPr lang="pt-BR" sz="1600"/>
              <a:t>Nunc viverra imperdiet enim. Fusce est. Vivamus a tellus. Sed ut perspiciatis unde omnis iste natus error sit voluptatem accusantium doloremque laudantium, totam rem aperiam, eaque ipsa quae ab illo inventore veritatis et quasi architecto beatae vitae dicta sunt explicabo.</a:t>
            </a:r>
          </a:p>
          <a:p>
            <a:pPr marL="171450" indent="-171450" rtl="0">
              <a:lnSpc>
                <a:spcPct val="90000"/>
              </a:lnSpc>
              <a:spcBef>
                <a:spcPts val="1800"/>
              </a:spcBef>
              <a:spcAft>
                <a:spcPts val="0"/>
              </a:spcAft>
              <a:buFont typeface="Wingdings" panose="05000000000000000000" pitchFamily="2" charset="2"/>
              <a:buChar char="§"/>
            </a:pPr>
            <a:r>
              <a:rPr lang="pt-BR" sz="1600"/>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a:t>
            </a:r>
          </a:p>
        </p:txBody>
      </p:sp>
      <p:sp>
        <p:nvSpPr>
          <p:cNvPr id="2" name="Espaço Reservado para Rodapé 1">
            <a:extLst>
              <a:ext uri="{FF2B5EF4-FFF2-40B4-BE49-F238E27FC236}">
                <a16:creationId xmlns:a16="http://schemas.microsoft.com/office/drawing/2014/main" id="{C4B22FA0-BA43-4FB3-B8B8-40528C0A9633}"/>
              </a:ext>
            </a:extLst>
          </p:cNvPr>
          <p:cNvSpPr>
            <a:spLocks noGrp="1"/>
          </p:cNvSpPr>
          <p:nvPr>
            <p:ph type="ftr" sz="quarter" idx="11"/>
          </p:nvPr>
        </p:nvSpPr>
        <p:spPr/>
        <p:txBody>
          <a:bodyPr rtlCol="0"/>
          <a:lstStyle>
            <a:defPPr>
              <a:defRPr lang="pt-BR"/>
            </a:defPPr>
          </a:lstStyle>
          <a:p>
            <a:pPr rtl="0"/>
            <a:r>
              <a:rPr lang="pt-BR"/>
              <a:t>ENSINE UM CURSO</a:t>
            </a:r>
          </a:p>
        </p:txBody>
      </p:sp>
      <p:sp>
        <p:nvSpPr>
          <p:cNvPr id="17" name="Espaço Reservado para o Número do Slide 16">
            <a:extLst>
              <a:ext uri="{FF2B5EF4-FFF2-40B4-BE49-F238E27FC236}">
                <a16:creationId xmlns:a16="http://schemas.microsoft.com/office/drawing/2014/main" id="{19D203D7-52C0-41AB-9238-F69D51235EC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pPr/>
              <a:t>4</a:t>
            </a:fld>
            <a:endParaRPr lang="pt-BR"/>
          </a:p>
        </p:txBody>
      </p:sp>
    </p:spTree>
    <p:extLst>
      <p:ext uri="{BB962C8B-B14F-4D97-AF65-F5344CB8AC3E}">
        <p14:creationId xmlns:p14="http://schemas.microsoft.com/office/powerpoint/2010/main" val="30075685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Título 4">
            <a:extLst>
              <a:ext uri="{FF2B5EF4-FFF2-40B4-BE49-F238E27FC236}">
                <a16:creationId xmlns:a16="http://schemas.microsoft.com/office/drawing/2014/main" id="{2C9DFBED-0159-4EAC-AAAF-5AA47CA2F8AE}"/>
              </a:ext>
            </a:extLst>
          </p:cNvPr>
          <p:cNvSpPr>
            <a:spLocks noGrp="1"/>
          </p:cNvSpPr>
          <p:nvPr>
            <p:ph type="title"/>
          </p:nvPr>
        </p:nvSpPr>
        <p:spPr>
          <a:xfrm>
            <a:off x="0" y="0"/>
            <a:ext cx="12192000" cy="1296537"/>
          </a:xfrm>
        </p:spPr>
        <p:txBody>
          <a:bodyPr rtlCol="0"/>
          <a:lstStyle>
            <a:defPPr>
              <a:defRPr lang="pt-BR"/>
            </a:defPPr>
          </a:lstStyle>
          <a:p>
            <a:pPr rtl="0"/>
            <a:r>
              <a:rPr lang="pt-BR" dirty="0"/>
              <a:t>Segunda habilidade </a:t>
            </a:r>
          </a:p>
        </p:txBody>
      </p:sp>
      <p:graphicFrame>
        <p:nvGraphicFramePr>
          <p:cNvPr id="15" name="Espaço Reservado para Conteúdo 14" descr="Elemento gráfico SmartArt">
            <a:extLst>
              <a:ext uri="{FF2B5EF4-FFF2-40B4-BE49-F238E27FC236}">
                <a16:creationId xmlns:a16="http://schemas.microsoft.com/office/drawing/2014/main" id="{64E2DA81-64A0-4DD0-AB09-53AE3F4EA8FB}"/>
              </a:ext>
            </a:extLst>
          </p:cNvPr>
          <p:cNvGraphicFramePr>
            <a:graphicFrameLocks noGrp="1"/>
          </p:cNvGraphicFramePr>
          <p:nvPr>
            <p:ph sz="half" idx="1"/>
            <p:extLst>
              <p:ext uri="{D42A27DB-BD31-4B8C-83A1-F6EECF244321}">
                <p14:modId xmlns:p14="http://schemas.microsoft.com/office/powerpoint/2010/main" val="2593797302"/>
              </p:ext>
            </p:extLst>
          </p:nvPr>
        </p:nvGraphicFramePr>
        <p:xfrm>
          <a:off x="747713" y="1812925"/>
          <a:ext cx="10906125" cy="4087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Espaço Reservado para Rodapé 1">
            <a:extLst>
              <a:ext uri="{FF2B5EF4-FFF2-40B4-BE49-F238E27FC236}">
                <a16:creationId xmlns:a16="http://schemas.microsoft.com/office/drawing/2014/main" id="{4B405FD7-7249-418C-81A0-22605891937A}"/>
              </a:ext>
            </a:extLst>
          </p:cNvPr>
          <p:cNvSpPr>
            <a:spLocks noGrp="1"/>
          </p:cNvSpPr>
          <p:nvPr>
            <p:ph type="ftr" sz="quarter" idx="11"/>
          </p:nvPr>
        </p:nvSpPr>
        <p:spPr>
          <a:xfrm>
            <a:off x="643051" y="6446838"/>
            <a:ext cx="6818262" cy="365125"/>
          </a:xfrm>
          <a:prstGeom prst="rect">
            <a:avLst/>
          </a:prstGeom>
        </p:spPr>
        <p:txBody>
          <a:bodyPr rtlCol="0" anchor="ctr">
            <a:normAutofit/>
          </a:bodyPr>
          <a:lstStyle>
            <a:defPPr>
              <a:defRPr lang="pt-BR"/>
            </a:defPPr>
          </a:lstStyle>
          <a:p>
            <a:pPr rtl="0">
              <a:spcAft>
                <a:spcPts val="600"/>
              </a:spcAft>
            </a:pPr>
            <a:r>
              <a:rPr lang="pt-BR"/>
              <a:t>ENSINE UM CURSO</a:t>
            </a:r>
          </a:p>
        </p:txBody>
      </p:sp>
      <p:sp>
        <p:nvSpPr>
          <p:cNvPr id="3" name="Espaço Reservado para o Número do Slide 2">
            <a:extLst>
              <a:ext uri="{FF2B5EF4-FFF2-40B4-BE49-F238E27FC236}">
                <a16:creationId xmlns:a16="http://schemas.microsoft.com/office/drawing/2014/main" id="{937BB364-4E7C-4A74-9C1B-A29DA61C1487}"/>
              </a:ext>
            </a:extLst>
          </p:cNvPr>
          <p:cNvSpPr>
            <a:spLocks noGrp="1"/>
          </p:cNvSpPr>
          <p:nvPr>
            <p:ph type="sldNum" sz="quarter" idx="12"/>
          </p:nvPr>
        </p:nvSpPr>
        <p:spPr>
          <a:xfrm>
            <a:off x="10930596" y="6446838"/>
            <a:ext cx="617912" cy="365125"/>
          </a:xfrm>
          <a:prstGeom prst="rect">
            <a:avLst/>
          </a:prstGeom>
        </p:spPr>
        <p:txBody>
          <a:bodyPr rtlCol="0" anchor="ctr">
            <a:normAutofit/>
          </a:bodyPr>
          <a:lstStyle>
            <a:defPPr>
              <a:defRPr lang="pt-BR"/>
            </a:defPPr>
          </a:lstStyle>
          <a:p>
            <a:pPr rtl="0">
              <a:spcAft>
                <a:spcPts val="600"/>
              </a:spcAft>
            </a:pPr>
            <a:fld id="{3A98EE3D-8CD1-4C3F-BD1C-C98C9596463C}" type="slidenum">
              <a:rPr lang="pt-BR" smtClean="0"/>
              <a:pPr>
                <a:spcAft>
                  <a:spcPts val="600"/>
                </a:spcAft>
              </a:pPr>
              <a:t>6</a:t>
            </a:fld>
            <a:endParaRPr lang="pt-BR" dirty="0"/>
          </a:p>
        </p:txBody>
      </p:sp>
    </p:spTree>
    <p:extLst>
      <p:ext uri="{BB962C8B-B14F-4D97-AF65-F5344CB8AC3E}">
        <p14:creationId xmlns:p14="http://schemas.microsoft.com/office/powerpoint/2010/main" val="11158819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ço Reservado para Imagem 8" descr="Grupo de pessoas discutem algo">
            <a:extLst>
              <a:ext uri="{FF2B5EF4-FFF2-40B4-BE49-F238E27FC236}">
                <a16:creationId xmlns:a16="http://schemas.microsoft.com/office/drawing/2014/main" id="{8E4315D2-4A95-4A93-B1F8-7FD58C7B2BD0}"/>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9662" y="0"/>
            <a:ext cx="12172676" cy="6400165"/>
          </a:xfrm>
        </p:spPr>
      </p:pic>
      <p:sp>
        <p:nvSpPr>
          <p:cNvPr id="3" name="Título 2">
            <a:extLst>
              <a:ext uri="{FF2B5EF4-FFF2-40B4-BE49-F238E27FC236}">
                <a16:creationId xmlns:a16="http://schemas.microsoft.com/office/drawing/2014/main" id="{DA019A2A-640A-4285-BA5E-7A47E95D04EC}"/>
              </a:ext>
            </a:extLst>
          </p:cNvPr>
          <p:cNvSpPr>
            <a:spLocks noGrp="1"/>
          </p:cNvSpPr>
          <p:nvPr>
            <p:ph type="title"/>
          </p:nvPr>
        </p:nvSpPr>
        <p:spPr/>
        <p:txBody>
          <a:bodyPr rtlCol="0"/>
          <a:lstStyle>
            <a:defPPr>
              <a:defRPr lang="pt-BR"/>
            </a:defPPr>
          </a:lstStyle>
          <a:p>
            <a:pPr rtl="0"/>
            <a:r>
              <a:rPr lang="pt-BR"/>
              <a:t>Terceira habilidade</a:t>
            </a:r>
          </a:p>
        </p:txBody>
      </p:sp>
      <p:sp>
        <p:nvSpPr>
          <p:cNvPr id="4" name="Espaço Reservado para Texto 3">
            <a:extLst>
              <a:ext uri="{FF2B5EF4-FFF2-40B4-BE49-F238E27FC236}">
                <a16:creationId xmlns:a16="http://schemas.microsoft.com/office/drawing/2014/main" id="{FBA1D6E0-6A9C-4ADB-984E-B54DD59C6DF0}"/>
              </a:ext>
            </a:extLst>
          </p:cNvPr>
          <p:cNvSpPr>
            <a:spLocks noGrp="1"/>
          </p:cNvSpPr>
          <p:nvPr>
            <p:ph type="body" sz="half" idx="2"/>
          </p:nvPr>
        </p:nvSpPr>
        <p:spPr>
          <a:xfrm>
            <a:off x="403625" y="2083690"/>
            <a:ext cx="3757408" cy="3311706"/>
          </a:xfrm>
        </p:spPr>
        <p:txBody>
          <a:bodyPr rtlCol="0">
            <a:noAutofit/>
          </a:bodyPr>
          <a:lstStyle>
            <a:defPPr>
              <a:defRPr lang="pt-BR"/>
            </a:defPPr>
          </a:lstStyle>
          <a:p>
            <a:pPr rtl="0"/>
            <a:r>
              <a:rPr lang="pt-BR" sz="1600"/>
              <a:t>Lorem ipsum dolor sit amet, consectetuer adipiscing elit. Maecenas porttitor congue massa. Fusce posuere, magna sed pulvinar ultricies, purus lectus malesuada libero, sit amet commodo magna eros quis urna.</a:t>
            </a:r>
          </a:p>
          <a:p>
            <a:pPr rtl="0"/>
            <a:r>
              <a:rPr lang="pt-BR" sz="1600"/>
              <a:t>Nunc viverra imperdiet enim. Fusce est. Vivamus a tellus.</a:t>
            </a:r>
          </a:p>
          <a:p>
            <a:pPr rtl="0"/>
            <a:r>
              <a:rPr lang="pt-BR" sz="1600"/>
              <a:t>Pellentesque habitant morbi tristique senectus et netus et malesuada fames ac turpis egestas. Proin pharetra nonummy pede. Mauris et orci.</a:t>
            </a:r>
          </a:p>
        </p:txBody>
      </p:sp>
      <p:sp>
        <p:nvSpPr>
          <p:cNvPr id="5" name="Espaço Reservado para Rodapé 4">
            <a:extLst>
              <a:ext uri="{FF2B5EF4-FFF2-40B4-BE49-F238E27FC236}">
                <a16:creationId xmlns:a16="http://schemas.microsoft.com/office/drawing/2014/main" id="{8DD3FEC5-159E-43A5-9588-54A48A0C2BCE}"/>
              </a:ext>
            </a:extLst>
          </p:cNvPr>
          <p:cNvSpPr>
            <a:spLocks noGrp="1"/>
          </p:cNvSpPr>
          <p:nvPr>
            <p:ph type="ftr" sz="quarter" idx="11"/>
          </p:nvPr>
        </p:nvSpPr>
        <p:spPr/>
        <p:txBody>
          <a:bodyPr rtlCol="0"/>
          <a:lstStyle>
            <a:defPPr>
              <a:defRPr lang="pt-BR"/>
            </a:defPPr>
          </a:lstStyle>
          <a:p>
            <a:pPr rtl="0"/>
            <a:r>
              <a:rPr lang="pt-BR"/>
              <a:t>ENSINE UM CURSO</a:t>
            </a:r>
          </a:p>
        </p:txBody>
      </p:sp>
      <p:pic>
        <p:nvPicPr>
          <p:cNvPr id="23" name="Espaço Reservado para Imagem 22" descr="Mão no teclado">
            <a:extLst>
              <a:ext uri="{FF2B5EF4-FFF2-40B4-BE49-F238E27FC236}">
                <a16:creationId xmlns:a16="http://schemas.microsoft.com/office/drawing/2014/main" id="{F00E1472-27F6-44F9-9FC8-BE4D077BF742}"/>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5599906" y="1692275"/>
            <a:ext cx="6591300" cy="3190875"/>
          </a:xfrm>
        </p:spPr>
      </p:pic>
      <p:sp>
        <p:nvSpPr>
          <p:cNvPr id="2" name="Espaço Reservado para o Número do Slide 1">
            <a:extLst>
              <a:ext uri="{FF2B5EF4-FFF2-40B4-BE49-F238E27FC236}">
                <a16:creationId xmlns:a16="http://schemas.microsoft.com/office/drawing/2014/main" id="{70E83EE9-686B-49B9-8CF4-6F5F84A0A42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7</a:t>
            </a:fld>
            <a:endParaRPr lang="pt-BR"/>
          </a:p>
        </p:txBody>
      </p:sp>
    </p:spTree>
    <p:extLst>
      <p:ext uri="{BB962C8B-B14F-4D97-AF65-F5344CB8AC3E}">
        <p14:creationId xmlns:p14="http://schemas.microsoft.com/office/powerpoint/2010/main" val="31893166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ço Reservado para Imagem 8" descr="O homem está escrevendo algo">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 name="Título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rtlCol="0"/>
          <a:lstStyle>
            <a:defPPr>
              <a:defRPr lang="pt-BR"/>
            </a:defPPr>
          </a:lstStyle>
          <a:p>
            <a:pPr rtl="0"/>
            <a:r>
              <a:rPr lang="pt-BR" dirty="0"/>
              <a:t>Resumo da Primeira Lição</a:t>
            </a:r>
          </a:p>
        </p:txBody>
      </p:sp>
      <p:sp>
        <p:nvSpPr>
          <p:cNvPr id="4" name="Espaço Reservado para Texto 3">
            <a:extLst>
              <a:ext uri="{FF2B5EF4-FFF2-40B4-BE49-F238E27FC236}">
                <a16:creationId xmlns:a16="http://schemas.microsoft.com/office/drawing/2014/main" id="{ACE4EF85-69A0-4736-9657-2914C80CE08F}"/>
              </a:ext>
            </a:extLst>
          </p:cNvPr>
          <p:cNvSpPr>
            <a:spLocks noGrp="1"/>
          </p:cNvSpPr>
          <p:nvPr>
            <p:ph type="body" sz="half" idx="2"/>
          </p:nvPr>
        </p:nvSpPr>
        <p:spPr>
          <a:xfrm>
            <a:off x="678635" y="0"/>
            <a:ext cx="3998873" cy="5852160"/>
          </a:xfrm>
        </p:spPr>
        <p:txBody>
          <a:bodyPr rtlCol="0">
            <a:normAutofit/>
          </a:bodyPr>
          <a:lstStyle>
            <a:defPPr>
              <a:defRPr lang="pt-BR"/>
            </a:defPPr>
          </a:lstStyle>
          <a:p>
            <a:pPr rtl="0"/>
            <a:r>
              <a:rPr lang="pt-BR" sz="1600"/>
              <a:t>Primeira habilidade</a:t>
            </a:r>
            <a:br>
              <a:rPr lang="pt-BR" sz="1600" dirty="0"/>
            </a:br>
            <a:r>
              <a:rPr lang="pt-BR" sz="1600">
                <a:solidFill>
                  <a:schemeClr val="accent1">
                    <a:lumMod val="40000"/>
                    <a:lumOff val="60000"/>
                  </a:schemeClr>
                </a:solidFill>
              </a:rPr>
              <a:t>Lorem ipsum dolor sit amet, consectetuer adipiscing elit. Maecenas porttitor congue massa. Fusce posuere, magna sed pulvinar ultricies, purus lectus malesuada libero.</a:t>
            </a:r>
          </a:p>
          <a:p>
            <a:pPr rtl="0"/>
            <a:r>
              <a:rPr lang="pt-BR" sz="1600"/>
              <a:t>Segunda habilidade</a:t>
            </a:r>
            <a:br>
              <a:rPr lang="pt-BR" sz="1600" dirty="0"/>
            </a:br>
            <a:r>
              <a:rPr lang="pt-BR" sz="1600">
                <a:solidFill>
                  <a:schemeClr val="accent1">
                    <a:lumMod val="40000"/>
                    <a:lumOff val="60000"/>
                  </a:schemeClr>
                </a:solidFill>
              </a:rPr>
              <a:t>Nunc viverra imperdiet enim. Fusce est. Vivamus a tellus. Pellentesque habitant morbi tristique senectus et netus et malesuada fames ac turpis egestas.</a:t>
            </a:r>
          </a:p>
          <a:p>
            <a:pPr rtl="0"/>
            <a:r>
              <a:rPr lang="pt-BR" sz="1600"/>
              <a:t>Terceira habilidade</a:t>
            </a:r>
            <a:br>
              <a:rPr lang="pt-BR" sz="1600" dirty="0"/>
            </a:br>
            <a:r>
              <a:rPr lang="pt-BR" sz="1600">
                <a:solidFill>
                  <a:schemeClr val="accent1">
                    <a:lumMod val="40000"/>
                    <a:lumOff val="60000"/>
                  </a:schemeClr>
                </a:solidFill>
              </a:rPr>
              <a:t>Lorem ipsum dolor sit amet, consectetuer adipiscing elit. Maecenas porttitor congue massa.</a:t>
            </a:r>
          </a:p>
        </p:txBody>
      </p:sp>
      <p:cxnSp>
        <p:nvCxnSpPr>
          <p:cNvPr id="24" name="Conector Reto 23" descr="Linha">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6" name="Espaço Reservado para Texto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rtlCol="0"/>
          <a:lstStyle>
            <a:defPPr>
              <a:defRPr lang="pt-BR"/>
            </a:defPPr>
          </a:lstStyle>
          <a:p>
            <a:pPr marL="0" indent="0" rtl="0">
              <a:buNone/>
            </a:pPr>
            <a:r>
              <a:rPr lang="pt-BR"/>
              <a:t>Eis o que aprendemos</a:t>
            </a:r>
          </a:p>
        </p:txBody>
      </p:sp>
      <p:sp>
        <p:nvSpPr>
          <p:cNvPr id="5" name="Espaço Reservado para Rodapé 4">
            <a:extLst>
              <a:ext uri="{FF2B5EF4-FFF2-40B4-BE49-F238E27FC236}">
                <a16:creationId xmlns:a16="http://schemas.microsoft.com/office/drawing/2014/main" id="{AA222FA7-2183-4CD3-91EF-85FD4580E649}"/>
              </a:ext>
            </a:extLst>
          </p:cNvPr>
          <p:cNvSpPr>
            <a:spLocks noGrp="1"/>
          </p:cNvSpPr>
          <p:nvPr>
            <p:ph type="ftr" sz="quarter" idx="11"/>
          </p:nvPr>
        </p:nvSpPr>
        <p:spPr/>
        <p:txBody>
          <a:bodyPr rtlCol="0"/>
          <a:lstStyle>
            <a:defPPr>
              <a:defRPr lang="pt-BR"/>
            </a:defPPr>
          </a:lstStyle>
          <a:p>
            <a:pPr rtl="0"/>
            <a:r>
              <a:rPr lang="pt-BR"/>
              <a:t>ENSINE UM CURSO</a:t>
            </a:r>
          </a:p>
        </p:txBody>
      </p:sp>
      <p:sp>
        <p:nvSpPr>
          <p:cNvPr id="2" name="Espaço Reservado para o Número do Slide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t>8</a:t>
            </a:fld>
            <a:endParaRPr lang="pt-BR" dirty="0"/>
          </a:p>
        </p:txBody>
      </p:sp>
    </p:spTree>
    <p:extLst>
      <p:ext uri="{BB962C8B-B14F-4D97-AF65-F5344CB8AC3E}">
        <p14:creationId xmlns:p14="http://schemas.microsoft.com/office/powerpoint/2010/main" val="27168364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C6CC32-12E2-40AB-91E7-E065E3B54AA8}"/>
              </a:ext>
            </a:extLst>
          </p:cNvPr>
          <p:cNvSpPr>
            <a:spLocks noGrp="1"/>
          </p:cNvSpPr>
          <p:nvPr>
            <p:ph type="title"/>
          </p:nvPr>
        </p:nvSpPr>
        <p:spPr/>
        <p:txBody>
          <a:bodyPr rtlCol="0"/>
          <a:lstStyle>
            <a:defPPr>
              <a:defRPr lang="pt-BR"/>
            </a:defPPr>
          </a:lstStyle>
          <a:p>
            <a:pPr rtl="0"/>
            <a:r>
              <a:rPr lang="pt-BR"/>
              <a:t>Progresso do curso</a:t>
            </a:r>
          </a:p>
        </p:txBody>
      </p:sp>
      <p:graphicFrame>
        <p:nvGraphicFramePr>
          <p:cNvPr id="5" name="Espaço Reservado para Conteúdo 2" descr="Objeto do SmartArt">
            <a:extLst>
              <a:ext uri="{FF2B5EF4-FFF2-40B4-BE49-F238E27FC236}">
                <a16:creationId xmlns:a16="http://schemas.microsoft.com/office/drawing/2014/main" id="{59405A29-4A0F-429B-A6BA-2D3E9946C76A}"/>
              </a:ext>
            </a:extLst>
          </p:cNvPr>
          <p:cNvGraphicFramePr>
            <a:graphicFrameLocks noGrp="1"/>
          </p:cNvGraphicFramePr>
          <p:nvPr>
            <p:ph sz="half" idx="1"/>
            <p:extLst>
              <p:ext uri="{D42A27DB-BD31-4B8C-83A1-F6EECF244321}">
                <p14:modId xmlns:p14="http://schemas.microsoft.com/office/powerpoint/2010/main" val="1617275869"/>
              </p:ext>
            </p:extLst>
          </p:nvPr>
        </p:nvGraphicFramePr>
        <p:xfrm>
          <a:off x="675022" y="1812925"/>
          <a:ext cx="10906125" cy="4087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Espaço Reservado para Rodapé 2">
            <a:extLst>
              <a:ext uri="{FF2B5EF4-FFF2-40B4-BE49-F238E27FC236}">
                <a16:creationId xmlns:a16="http://schemas.microsoft.com/office/drawing/2014/main" id="{A09C2CC8-7675-4EA7-B0DF-8BB3BBD066C4}"/>
              </a:ext>
            </a:extLst>
          </p:cNvPr>
          <p:cNvSpPr>
            <a:spLocks noGrp="1"/>
          </p:cNvSpPr>
          <p:nvPr>
            <p:ph type="ftr" sz="quarter" idx="11"/>
          </p:nvPr>
        </p:nvSpPr>
        <p:spPr/>
        <p:txBody>
          <a:bodyPr rtlCol="0"/>
          <a:lstStyle>
            <a:defPPr>
              <a:defRPr lang="pt-BR"/>
            </a:defPPr>
          </a:lstStyle>
          <a:p>
            <a:pPr rtl="0"/>
            <a:r>
              <a:rPr lang="pt-BR"/>
              <a:t>ENSINE UM CURSO</a:t>
            </a:r>
          </a:p>
        </p:txBody>
      </p:sp>
      <p:sp>
        <p:nvSpPr>
          <p:cNvPr id="9" name="Espaço Reservado para o Número do Slide 8">
            <a:extLst>
              <a:ext uri="{FF2B5EF4-FFF2-40B4-BE49-F238E27FC236}">
                <a16:creationId xmlns:a16="http://schemas.microsoft.com/office/drawing/2014/main" id="{6468A8EB-D811-4893-84F0-8DC998D6908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pPr/>
              <a:t>9</a:t>
            </a:fld>
            <a:endParaRPr lang="pt-BR" dirty="0"/>
          </a:p>
        </p:txBody>
      </p:sp>
    </p:spTree>
    <p:extLst>
      <p:ext uri="{BB962C8B-B14F-4D97-AF65-F5344CB8AC3E}">
        <p14:creationId xmlns:p14="http://schemas.microsoft.com/office/powerpoint/2010/main" val="25703479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B628FE7D-043F-42AF-B4AB-DB9AFF936B28}"/>
              </a:ext>
            </a:extLst>
          </p:cNvPr>
          <p:cNvSpPr>
            <a:spLocks noGrp="1"/>
          </p:cNvSpPr>
          <p:nvPr>
            <p:ph type="title"/>
          </p:nvPr>
        </p:nvSpPr>
        <p:spPr>
          <a:xfrm>
            <a:off x="1097279" y="4892956"/>
            <a:ext cx="10113645" cy="743682"/>
          </a:xfrm>
        </p:spPr>
        <p:txBody>
          <a:bodyPr rtlCol="0"/>
          <a:lstStyle>
            <a:defPPr>
              <a:defRPr lang="pt-BR"/>
            </a:defPPr>
          </a:lstStyle>
          <a:p>
            <a:pPr rtl="0"/>
            <a:r>
              <a:rPr lang="pt-BR"/>
              <a:t>Obrigado!</a:t>
            </a:r>
          </a:p>
        </p:txBody>
      </p:sp>
      <p:sp>
        <p:nvSpPr>
          <p:cNvPr id="4" name="Espaço Reservado para Texto 3">
            <a:extLst>
              <a:ext uri="{FF2B5EF4-FFF2-40B4-BE49-F238E27FC236}">
                <a16:creationId xmlns:a16="http://schemas.microsoft.com/office/drawing/2014/main" id="{FD26EF91-820B-4DA2-B398-3E168AFF17A9}"/>
              </a:ext>
            </a:extLst>
          </p:cNvPr>
          <p:cNvSpPr>
            <a:spLocks noGrp="1"/>
          </p:cNvSpPr>
          <p:nvPr>
            <p:ph type="body" sz="half" idx="2"/>
          </p:nvPr>
        </p:nvSpPr>
        <p:spPr>
          <a:xfrm>
            <a:off x="1097279" y="5808594"/>
            <a:ext cx="10113264" cy="609600"/>
          </a:xfrm>
        </p:spPr>
        <p:txBody>
          <a:bodyPr rtlCol="0">
            <a:normAutofit fontScale="92500"/>
          </a:bodyPr>
          <a:lstStyle>
            <a:defPPr>
              <a:defRPr lang="pt-BR"/>
            </a:defPPr>
          </a:lstStyle>
          <a:p>
            <a:pPr rtl="0"/>
            <a:r>
              <a:rPr lang="pt-BR">
                <a:solidFill>
                  <a:schemeClr val="accent1">
                    <a:lumMod val="40000"/>
                    <a:lumOff val="60000"/>
                  </a:schemeClr>
                </a:solidFill>
              </a:rPr>
              <a:t>Lorem ipsum dolor sit amet, consectetuer adipiscing elit. Maecenas porttitor congue massa. Fusce posuere, magna sed pulvinar ultricies, purus lectus malesuada libero, sit amet commodo magna eros quis urna.</a:t>
            </a:r>
          </a:p>
        </p:txBody>
      </p:sp>
      <p:pic>
        <p:nvPicPr>
          <p:cNvPr id="14" name="Espaço Reservado para Imagem 13" descr="Grupo de estudantes&#10;">
            <a:extLst>
              <a:ext uri="{FF2B5EF4-FFF2-40B4-BE49-F238E27FC236}">
                <a16:creationId xmlns:a16="http://schemas.microsoft.com/office/drawing/2014/main" id="{E923BD5B-22B6-4E92-B95F-5F7B6467380E}"/>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a:stretch/>
        </p:blipFill>
        <p:spPr>
          <a:xfrm>
            <a:off x="4232" y="0"/>
            <a:ext cx="12183550" cy="4578350"/>
          </a:xfrm>
        </p:spPr>
      </p:pic>
    </p:spTree>
    <p:extLst>
      <p:ext uri="{BB962C8B-B14F-4D97-AF65-F5344CB8AC3E}">
        <p14:creationId xmlns:p14="http://schemas.microsoft.com/office/powerpoint/2010/main" val="1409899035"/>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Espaço Reservado para Imagem 11" descr="Homem e mulher discutem algum documento">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2" name="Título 1">
            <a:extLst>
              <a:ext uri="{FF2B5EF4-FFF2-40B4-BE49-F238E27FC236}">
                <a16:creationId xmlns:a16="http://schemas.microsoft.com/office/drawing/2014/main" id="{EC6C92D3-8AE6-4260-8F63-97ED33A064D5}"/>
              </a:ext>
            </a:extLst>
          </p:cNvPr>
          <p:cNvSpPr>
            <a:spLocks noGrp="1"/>
          </p:cNvSpPr>
          <p:nvPr>
            <p:ph type="title"/>
          </p:nvPr>
        </p:nvSpPr>
        <p:spPr/>
        <p:txBody>
          <a:bodyPr rtlCol="0"/>
          <a:lstStyle>
            <a:defPPr>
              <a:defRPr lang="pt-BR"/>
            </a:defPPr>
          </a:lstStyle>
          <a:p>
            <a:pPr rtl="0"/>
            <a:r>
              <a:rPr lang="pt-BR" dirty="0"/>
              <a:t>Segunda habilidade</a:t>
            </a:r>
          </a:p>
        </p:txBody>
      </p:sp>
      <p:graphicFrame>
        <p:nvGraphicFramePr>
          <p:cNvPr id="13" name="Espaço Reservado para Conteúdo 5" descr="Objeto do SmartArt">
            <a:extLst>
              <a:ext uri="{FF2B5EF4-FFF2-40B4-BE49-F238E27FC236}">
                <a16:creationId xmlns:a16="http://schemas.microsoft.com/office/drawing/2014/main" id="{4FB62979-011B-4BFB-BCF9-8CD712EA2332}"/>
              </a:ext>
            </a:extLst>
          </p:cNvPr>
          <p:cNvGraphicFramePr>
            <a:graphicFrameLocks noGrp="1"/>
          </p:cNvGraphicFramePr>
          <p:nvPr>
            <p:ph sz="half" idx="1"/>
            <p:extLst>
              <p:ext uri="{D42A27DB-BD31-4B8C-83A1-F6EECF244321}">
                <p14:modId xmlns:p14="http://schemas.microsoft.com/office/powerpoint/2010/main" val="1650119757"/>
              </p:ext>
            </p:extLst>
          </p:nvPr>
        </p:nvGraphicFramePr>
        <p:xfrm>
          <a:off x="707104" y="1508126"/>
          <a:ext cx="11420727" cy="40878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Espaço Reservado para Rodapé 2">
            <a:extLst>
              <a:ext uri="{FF2B5EF4-FFF2-40B4-BE49-F238E27FC236}">
                <a16:creationId xmlns:a16="http://schemas.microsoft.com/office/drawing/2014/main" id="{74F887AB-AE63-4AD3-BA85-0F4412B6598D}"/>
              </a:ext>
            </a:extLst>
          </p:cNvPr>
          <p:cNvSpPr>
            <a:spLocks noGrp="1"/>
          </p:cNvSpPr>
          <p:nvPr>
            <p:ph type="ftr" sz="quarter" idx="11"/>
          </p:nvPr>
        </p:nvSpPr>
        <p:spPr/>
        <p:txBody>
          <a:bodyPr rtlCol="0"/>
          <a:lstStyle>
            <a:defPPr>
              <a:defRPr lang="pt-BR"/>
            </a:defPPr>
          </a:lstStyle>
          <a:p>
            <a:pPr rtl="0"/>
            <a:r>
              <a:rPr lang="pt-BR"/>
              <a:t>ENSINE UM CURSO</a:t>
            </a:r>
          </a:p>
        </p:txBody>
      </p:sp>
      <p:sp>
        <p:nvSpPr>
          <p:cNvPr id="14" name="Espaço Reservado para o Número do Slide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pPr/>
              <a:t>5</a:t>
            </a:fld>
            <a:endParaRPr lang="pt-BR" dirty="0"/>
          </a:p>
        </p:txBody>
      </p:sp>
    </p:spTree>
    <p:extLst>
      <p:ext uri="{BB962C8B-B14F-4D97-AF65-F5344CB8AC3E}">
        <p14:creationId xmlns:p14="http://schemas.microsoft.com/office/powerpoint/2010/main" val="2075827561"/>
      </p:ext>
    </p:extLst>
  </p:cSld>
  <p:clrMapOvr>
    <a:masterClrMapping/>
  </p:clrMapOvr>
</p:sld>
</file>

<file path=ppt/slides/slide10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Espaço Reservado para Imagem 6" descr="Homem com um laptop">
            <a:extLst>
              <a:ext uri="{FF2B5EF4-FFF2-40B4-BE49-F238E27FC236}">
                <a16:creationId xmlns:a16="http://schemas.microsoft.com/office/drawing/2014/main" id="{4E80E6EE-AA75-4A4E-BB8E-4A4D152D04AA}"/>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2" name="Título 1">
            <a:extLst>
              <a:ext uri="{FF2B5EF4-FFF2-40B4-BE49-F238E27FC236}">
                <a16:creationId xmlns:a16="http://schemas.microsoft.com/office/drawing/2014/main" id="{3DC6CC32-12E2-40AB-91E7-E065E3B54AA8}"/>
              </a:ext>
            </a:extLst>
          </p:cNvPr>
          <p:cNvSpPr>
            <a:spLocks noGrp="1"/>
          </p:cNvSpPr>
          <p:nvPr>
            <p:ph type="title"/>
          </p:nvPr>
        </p:nvSpPr>
        <p:spPr/>
        <p:txBody>
          <a:bodyPr rtlCol="0"/>
          <a:lstStyle>
            <a:defPPr>
              <a:defRPr lang="pt-BR"/>
            </a:defPPr>
          </a:lstStyle>
          <a:p>
            <a:pPr rtl="0"/>
            <a:r>
              <a:rPr lang="pt-BR" dirty="0"/>
              <a:t>Progresso do curso</a:t>
            </a:r>
          </a:p>
        </p:txBody>
      </p:sp>
      <p:graphicFrame>
        <p:nvGraphicFramePr>
          <p:cNvPr id="5" name="Espaço Reservado para Conteúdo 2" descr="Objeto do SmartArt">
            <a:extLst>
              <a:ext uri="{FF2B5EF4-FFF2-40B4-BE49-F238E27FC236}">
                <a16:creationId xmlns:a16="http://schemas.microsoft.com/office/drawing/2014/main" id="{59405A29-4A0F-429B-A6BA-2D3E9946C76A}"/>
              </a:ext>
            </a:extLst>
          </p:cNvPr>
          <p:cNvGraphicFramePr>
            <a:graphicFrameLocks noGrp="1"/>
          </p:cNvGraphicFramePr>
          <p:nvPr>
            <p:ph sz="half" idx="1"/>
          </p:nvPr>
        </p:nvGraphicFramePr>
        <p:xfrm>
          <a:off x="675022" y="1812925"/>
          <a:ext cx="10906125" cy="40878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Espaço Reservado para Rodapé 2">
            <a:extLst>
              <a:ext uri="{FF2B5EF4-FFF2-40B4-BE49-F238E27FC236}">
                <a16:creationId xmlns:a16="http://schemas.microsoft.com/office/drawing/2014/main" id="{A09C2CC8-7675-4EA7-B0DF-8BB3BBD066C4}"/>
              </a:ext>
            </a:extLst>
          </p:cNvPr>
          <p:cNvSpPr>
            <a:spLocks noGrp="1"/>
          </p:cNvSpPr>
          <p:nvPr>
            <p:ph type="ftr" sz="quarter" idx="11"/>
          </p:nvPr>
        </p:nvSpPr>
        <p:spPr/>
        <p:txBody>
          <a:bodyPr rtlCol="0"/>
          <a:lstStyle>
            <a:defPPr>
              <a:defRPr lang="pt-BR"/>
            </a:defPPr>
          </a:lstStyle>
          <a:p>
            <a:pPr rtl="0"/>
            <a:r>
              <a:rPr lang="pt-BR"/>
              <a:t>ENSINE UM CURSO</a:t>
            </a:r>
          </a:p>
        </p:txBody>
      </p:sp>
      <p:sp>
        <p:nvSpPr>
          <p:cNvPr id="9" name="Espaço Reservado para o Número do Slide 8">
            <a:extLst>
              <a:ext uri="{FF2B5EF4-FFF2-40B4-BE49-F238E27FC236}">
                <a16:creationId xmlns:a16="http://schemas.microsoft.com/office/drawing/2014/main" id="{6468A8EB-D811-4893-84F0-8DC998D69080}"/>
              </a:ext>
            </a:extLst>
          </p:cNvPr>
          <p:cNvSpPr>
            <a:spLocks noGrp="1"/>
          </p:cNvSpPr>
          <p:nvPr>
            <p:ph type="sldNum" sz="quarter" idx="12"/>
          </p:nvPr>
        </p:nvSpPr>
        <p:spPr/>
        <p:txBody>
          <a:bodyPr rtlCol="0"/>
          <a:lstStyle>
            <a:defPPr>
              <a:defRPr lang="pt-BR"/>
            </a:defPPr>
          </a:lstStyle>
          <a:p>
            <a:pPr rtl="0"/>
            <a:fld id="{3A98EE3D-8CD1-4C3F-BD1C-C98C9596463C}" type="slidenum">
              <a:rPr lang="pt-BR" smtClean="0"/>
              <a:pPr/>
              <a:t>10</a:t>
            </a:fld>
            <a:endParaRPr lang="pt-BR" dirty="0"/>
          </a:p>
        </p:txBody>
      </p:sp>
    </p:spTree>
    <p:extLst>
      <p:ext uri="{BB962C8B-B14F-4D97-AF65-F5344CB8AC3E}">
        <p14:creationId xmlns:p14="http://schemas.microsoft.com/office/powerpoint/2010/main" val="2514384895"/>
      </p:ext>
    </p:extLst>
  </p:cSld>
  <p:clrMapOvr>
    <a:masterClrMapping/>
  </p:clrMapOvr>
</p:sld>
</file>

<file path=ppt/theme/theme12.xml><?xml version="1.0" encoding="utf-8"?>
<a:theme xmlns:a="http://schemas.openxmlformats.org/drawingml/2006/main" name="RetrospectVTI">
  <a:themeElements>
    <a:clrScheme name="Custom 62">
      <a:dk1>
        <a:srgbClr val="000000"/>
      </a:dk1>
      <a:lt1>
        <a:srgbClr val="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1534312_win32_fixed" id="{7DA952F3-BC8E-4B7B-859D-A36E039201B7}" vid="{8E772A5C-93BE-4922-8D82-53E2DDEA557B}"/>
    </a:ext>
  </a:extLst>
</a:theme>
</file>

<file path=ppt/theme/theme2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3.xml.rels>&#65279;<?xml version="1.0" encoding="utf-8"?><Relationships xmlns="http://schemas.openxmlformats.org/package/2006/relationships"><Relationship Type="http://schemas.openxmlformats.org/officeDocument/2006/relationships/customXmlProps" Target="/customXml/itemProps31.xml" Id="rId1" /></Relationships>
</file>

<file path=customXml/_rels/item13.xml.rels>&#65279;<?xml version="1.0" encoding="utf-8"?><Relationships xmlns="http://schemas.openxmlformats.org/package/2006/relationships"><Relationship Type="http://schemas.openxmlformats.org/officeDocument/2006/relationships/customXmlProps" Target="/customXml/itemProps13.xml" Id="rId1" /></Relationships>
</file>

<file path=customXml/_rels/item22.xml.rels>&#65279;<?xml version="1.0" encoding="utf-8"?><Relationships xmlns="http://schemas.openxmlformats.org/package/2006/relationships"><Relationship Type="http://schemas.openxmlformats.org/officeDocument/2006/relationships/customXmlProps" Target="/customXml/itemProps22.xml" Id="rId1" /></Relationship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mso-contentType ?>
<FormTemplates xmlns="http://schemas.microsoft.com/sharepoint/v3/contenttype/forms">
  <Display>DocumentLibraryForm</Display>
  <Edit>DocumentLibraryForm</Edit>
  <New>DocumentLibraryForm</New>
</FormTemplates>
</file>

<file path=customXml/item2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3.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1.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ap:Properties xmlns:vt="http://schemas.openxmlformats.org/officeDocument/2006/docPropsVTypes" xmlns:ap="http://schemas.openxmlformats.org/officeDocument/2006/extended-properties">
  <ap:Template/>
  <ap:TotalTime>0</ap:TotalTime>
  <ap:Words>615</ap:Words>
  <ap:PresentationFormat>Widescreen</ap:PresentationFormat>
  <ap:Paragraphs>80</ap:Paragraphs>
  <ap:Slides>11</ap:Slides>
  <ap:Notes>11</ap:Notes>
  <ap:HiddenSlides>0</ap:HiddenSlides>
  <ap:MMClips>0</ap:MMClips>
  <ap:ScaleCrop>false</ap:ScaleCrop>
  <ap:HeadingPairs>
    <vt:vector baseType="variant" size="6">
      <vt:variant>
        <vt:lpstr>Fonts Used</vt:lpstr>
      </vt:variant>
      <vt:variant>
        <vt:i4>3</vt:i4>
      </vt:variant>
      <vt:variant>
        <vt:lpstr>Theme</vt:lpstr>
      </vt:variant>
      <vt:variant>
        <vt:i4>1</vt:i4>
      </vt:variant>
      <vt:variant>
        <vt:lpstr>Slide Titles</vt:lpstr>
      </vt:variant>
      <vt:variant>
        <vt:i4>11</vt:i4>
      </vt:variant>
    </vt:vector>
  </ap:HeadingPairs>
  <ap:TitlesOfParts>
    <vt:vector baseType="lpstr" size="15">
      <vt:lpstr>Calibri</vt:lpstr>
      <vt:lpstr>Calibri Light</vt:lpstr>
      <vt:lpstr>Wingdings</vt:lpstr>
      <vt:lpstr>RetrospectVTI</vt:lpstr>
      <vt:lpstr>Ensine um Curso</vt:lpstr>
      <vt:lpstr>Esboço do curso</vt:lpstr>
      <vt:lpstr>Primeira lição</vt:lpstr>
      <vt:lpstr>Primeira habilidade</vt:lpstr>
      <vt:lpstr>Segunda habilidade</vt:lpstr>
      <vt:lpstr>Segunda habilidade </vt:lpstr>
      <vt:lpstr>Terceira habilidade</vt:lpstr>
      <vt:lpstr>Resumo da Primeira Lição</vt:lpstr>
      <vt:lpstr>Progresso do curso</vt:lpstr>
      <vt:lpstr>Progresso do curso</vt:lpstr>
      <vt:lpstr>Obrigado!</vt:lpstr>
    </vt:vector>
  </ap:TitlesOfParts>
  <ap:LinksUpToDate>false</ap:LinksUpToDate>
  <ap:SharedDoc>false</ap:SharedDoc>
  <ap:HyperlinksChanged>false</ap:HyperlinksChanged>
  <ap:AppVersion>16.0000</ap:AppVers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dcterms:created xsi:type="dcterms:W3CDTF">2022-01-07T22:29:46Z</dcterms:created>
  <dcterms:modified xsi:type="dcterms:W3CDTF">2022-03-17T01:17:10Z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