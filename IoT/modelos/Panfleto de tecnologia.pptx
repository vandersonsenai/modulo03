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vnd.openxmlformats-officedocument.presentationml.presentation.main+xml"/>
  <Default Extension="svg" ContentType="image/svg+xml"/>
  <Default Extension="png" ContentType="image/png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3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slideLayouts/slideLayout44.xml" ContentType="application/vnd.openxmlformats-officedocument.presentationml.slideLayout+xml"/>
  <Override PartName="/customXml/item3.xml" ContentType="application/xml"/>
  <Override PartName="/customXml/itemProps31.xml" ContentType="application/vnd.openxmlformats-officedocument.customXmlProperties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viewProps.xml" ContentType="application/vnd.openxmlformats-officedocument.presentationml.viewProps+xml"/>
  <Override PartName="/customXml/item22.xml" ContentType="application/xml"/>
  <Override PartName="/customXml/itemProps22.xml" ContentType="application/vnd.openxmlformats-officedocument.customXmlProperties+xml"/>
  <Override PartName="/customXml/item13.xml" ContentType="application/xml"/>
  <Override PartName="/customXml/itemProps13.xml" ContentType="application/vnd.openxmlformats-officedocument.customXmlProperties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ppt/tableStyles.xml" ContentType="application/vnd.openxmlformats-officedocument.presentationml.tableStyles+xml"/>
  <Override PartName="/ppt/webextensions/taskpanes.xml" ContentType="application/vnd.ms-office.webextensiontaskpanes+xml"/>
  <Override PartName="/ppt/webextensions/webextension1.xml" ContentType="application/vnd.ms-office.webextension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thumbnail" Target="/docProps/thumbnail.jpeg" Id="rId3" /><Relationship Type="http://schemas.openxmlformats.org/officeDocument/2006/relationships/officeDocument" Target="/ppt/presentation.xml" Id="rId2" /><Relationship Type="http://schemas.microsoft.com/office/2011/relationships/webextensiontaskpanes" Target="/ppt/webextensions/taskpanes.xml" Id="rId1" /><Relationship Type="http://schemas.openxmlformats.org/officeDocument/2006/relationships/custom-properties" Target="/docProps/custom.xml" Id="rId6" /><Relationship Type="http://schemas.openxmlformats.org/officeDocument/2006/relationships/extended-properties" Target="/docProps/app.xml" Id="rId5" /><Relationship Type="http://schemas.openxmlformats.org/package/2006/relationships/metadata/core-properties" Target="/docProps/core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6" r:id="rId4"/>
  </p:sldMasterIdLst>
  <p:notesMasterIdLst>
    <p:notesMasterId r:id="rId9"/>
  </p:notesMasterIdLst>
  <p:handoutMasterIdLst>
    <p:handoutMasterId r:id="rId10"/>
  </p:handoutMasterIdLst>
  <p:sldIdLst>
    <p:sldId id="275" r:id="rId5"/>
    <p:sldId id="274" r:id="rId6"/>
    <p:sldId id="276" r:id="rId7"/>
    <p:sldId id="272" r:id="rId8"/>
  </p:sldIdLst>
  <p:sldSz cx="10058400" cy="77724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3725" autoAdjust="0"/>
  </p:normalViewPr>
  <p:slideViewPr>
    <p:cSldViewPr snapToGrid="0" showGuides="1">
      <p:cViewPr varScale="1">
        <p:scale>
          <a:sx n="102" d="100"/>
          <a:sy n="102" d="100"/>
        </p:scale>
        <p:origin x="1494" y="108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theme" Target="/ppt/theme/theme12.xml" Id="rId13" /><Relationship Type="http://schemas.openxmlformats.org/officeDocument/2006/relationships/customXml" Target="/customXml/item3.xml" Id="rId3" /><Relationship Type="http://schemas.openxmlformats.org/officeDocument/2006/relationships/slide" Target="/ppt/slides/slide32.xml" Id="rId7" /><Relationship Type="http://schemas.openxmlformats.org/officeDocument/2006/relationships/viewProps" Target="/ppt/viewProps.xml" Id="rId12" /><Relationship Type="http://schemas.openxmlformats.org/officeDocument/2006/relationships/customXml" Target="/customXml/item22.xml" Id="rId2" /><Relationship Type="http://schemas.openxmlformats.org/officeDocument/2006/relationships/customXml" Target="/customXml/item13.xml" Id="rId1" /><Relationship Type="http://schemas.openxmlformats.org/officeDocument/2006/relationships/slide" Target="/ppt/slides/slide23.xml" Id="rId6" /><Relationship Type="http://schemas.openxmlformats.org/officeDocument/2006/relationships/presProps" Target="/ppt/presProps.xml" Id="rId11" /><Relationship Type="http://schemas.openxmlformats.org/officeDocument/2006/relationships/slide" Target="/ppt/slides/slide14.xml" Id="rId5" /><Relationship Type="http://schemas.openxmlformats.org/officeDocument/2006/relationships/handoutMaster" Target="/ppt/handoutMasters/handoutMaster11.xml" Id="rId10" /><Relationship Type="http://schemas.openxmlformats.org/officeDocument/2006/relationships/slideMaster" Target="/ppt/slideMasters/slideMaster11.xml" Id="rId4" /><Relationship Type="http://schemas.openxmlformats.org/officeDocument/2006/relationships/notesMaster" Target="/ppt/notesMasters/notesMaster11.xml" Id="rId9" /><Relationship Type="http://schemas.openxmlformats.org/officeDocument/2006/relationships/tableStyles" Target="/ppt/tableStyles.xml" Id="rId14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ADA23CC-4931-4AFA-882D-35D51CDB9535}" type="datetime1">
              <a:rPr lang="pt-BR" smtClean="0"/>
              <a:t>15/12/2021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B7E8E42-E7C5-4B24-8575-74A765CA0A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1E13E-70F8-4396-ACB1-5112050575E6}" type="datetime1">
              <a:rPr lang="pt-BR" smtClean="0"/>
              <a:pPr/>
              <a:t>15/12/2021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481A707-0A4C-444E-BBAC-8F56E4534DF7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Id2" /><Relationship Type="http://schemas.openxmlformats.org/officeDocument/2006/relationships/notesMaster" Target="/ppt/notesMasters/notesMaster11.xml" Id="rI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Id2" /><Relationship Type="http://schemas.openxmlformats.org/officeDocument/2006/relationships/notesMaster" Target="/ppt/notesMasters/notesMaster11.xml" Id="rId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Id2" /><Relationship Type="http://schemas.openxmlformats.org/officeDocument/2006/relationships/notesMaster" Target="/ppt/notesMasters/notesMaster11.xml" Id="rI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Id2" /><Relationship Type="http://schemas.openxmlformats.org/officeDocument/2006/relationships/notesMaster" Target="/ppt/notesMasters/notesMaster11.xml" Id="rId1" 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758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8788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1939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2301"/>
      </p:ext>
    </p:extLst>
  </p:cSld>
  <p:clrMapOvr>
    <a:masterClrMapping/>
  </p:clrMapOvr>
</p:note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48A0F1A-22FB-45FF-80D6-4FE63A63EE04}"/>
              </a:ext>
            </a:extLst>
          </p:cNvPr>
          <p:cNvSpPr/>
          <p:nvPr userDrawn="1"/>
        </p:nvSpPr>
        <p:spPr>
          <a:xfrm>
            <a:off x="9600" y="3319272"/>
            <a:ext cx="10048800" cy="4450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pt-BR" noProof="0"/>
          </a:p>
        </p:txBody>
      </p:sp>
      <p:sp>
        <p:nvSpPr>
          <p:cNvPr id="12" name="Espaço Reservado para Conteúdo 14">
            <a:extLst>
              <a:ext uri="{FF2B5EF4-FFF2-40B4-BE49-F238E27FC236}">
                <a16:creationId xmlns:a16="http://schemas.microsoft.com/office/drawing/2014/main" id="{0D990D0E-21A8-4155-B955-886A21DE18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8600" y="3575304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Adicionar o título aqui</a:t>
            </a:r>
          </a:p>
        </p:txBody>
      </p:sp>
      <p:sp>
        <p:nvSpPr>
          <p:cNvPr id="13" name="Espaço Reservado para Texto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5183368"/>
            <a:ext cx="2889504" cy="1251856"/>
          </a:xfrm>
        </p:spPr>
        <p:txBody>
          <a:bodyPr vert="horz" rtlCol="0"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EDITAR TEXTO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rtl="0"/>
            <a:r>
              <a:rPr lang="pt-BR" noProof="0"/>
              <a:t>CLIQUE PARA EDITAR O TEXTO</a:t>
            </a:r>
          </a:p>
        </p:txBody>
      </p:sp>
      <p:sp>
        <p:nvSpPr>
          <p:cNvPr id="16" name="Espaço Reservado para Conteúdo 14">
            <a:extLst>
              <a:ext uri="{FF2B5EF4-FFF2-40B4-BE49-F238E27FC236}">
                <a16:creationId xmlns:a16="http://schemas.microsoft.com/office/drawing/2014/main" id="{6A973B95-8AB3-4E60-8A20-AB12D6D0E54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77038" y="3575304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Adicionar o título aqui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 rtlCol="0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48A0F1A-22FB-45FF-80D6-4FE63A63EE04}"/>
              </a:ext>
            </a:extLst>
          </p:cNvPr>
          <p:cNvSpPr/>
          <p:nvPr userDrawn="1"/>
        </p:nvSpPr>
        <p:spPr>
          <a:xfrm>
            <a:off x="9600" y="0"/>
            <a:ext cx="3343200" cy="776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5183368"/>
            <a:ext cx="2889504" cy="1251856"/>
          </a:xfrm>
        </p:spPr>
        <p:txBody>
          <a:bodyPr vert="horz" rtlCol="0"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EDITAR TEXTO</a:t>
            </a:r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rtl="0"/>
            <a:r>
              <a:rPr lang="pt-BR" noProof="0"/>
              <a:t>CLIQUE PARA EDITAR O TEXTO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7492751-E9EF-463C-8C1E-1AA3A9B1D816}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0" name="Espaço Reservado para Conteúdo 14">
            <a:extLst>
              <a:ext uri="{FF2B5EF4-FFF2-40B4-BE49-F238E27FC236}">
                <a16:creationId xmlns:a16="http://schemas.microsoft.com/office/drawing/2014/main" id="{E6FA2C89-4818-4619-8F8B-31E5505EAF7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77038" y="4713695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Adicionar o título aqui</a:t>
            </a:r>
          </a:p>
        </p:txBody>
      </p:sp>
      <p:sp>
        <p:nvSpPr>
          <p:cNvPr id="21" name="Espaço Reservado para Texto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 rtlCol="0"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2" name="Espaço Reservado para Conteúdo 14">
            <a:extLst>
              <a:ext uri="{FF2B5EF4-FFF2-40B4-BE49-F238E27FC236}">
                <a16:creationId xmlns:a16="http://schemas.microsoft.com/office/drawing/2014/main" id="{0D990D0E-21A8-4155-B955-886A21DE18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8600" y="1530776"/>
            <a:ext cx="2893612" cy="404672"/>
          </a:xfrm>
        </p:spPr>
        <p:txBody>
          <a:bodyPr rtlCol="0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Adicionar o título aqui</a:t>
            </a:r>
          </a:p>
        </p:txBody>
      </p:sp>
      <p:sp>
        <p:nvSpPr>
          <p:cNvPr id="13" name="Espaço Reservado para Texto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A4B57A7-3A86-45DA-B5CA-AC7A481E3274}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pt-BR" noProof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F3BCA9-2C74-4567-9FB2-2CE1AC28A6EC}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pt-BR" noProof="0"/>
          </a:p>
        </p:txBody>
      </p:sp>
      <p:sp>
        <p:nvSpPr>
          <p:cNvPr id="15" name="Espaço Reservado para Imagem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6" name="Espaço Reservado para Imagem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6" name="Espaço Reservado para Texto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 rtlCol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principal </a:t>
            </a:r>
            <a:br>
              <a:rPr lang="pt-BR" noProof="0"/>
            </a:br>
            <a:r>
              <a:rPr lang="pt-BR" noProof="0"/>
              <a:t>estilos de texto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30" name="Espaço Reservado para Texto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rtlCol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principal </a:t>
            </a:r>
            <a:br>
              <a:rPr lang="pt-BR" noProof="0"/>
            </a:br>
            <a:r>
              <a:rPr lang="pt-BR" noProof="0"/>
              <a:t>estilos de texto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33" name="Espaço Reservado para Texto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31152" y="228600"/>
            <a:ext cx="2898329" cy="530895"/>
          </a:xfrm>
        </p:spPr>
        <p:txBody>
          <a:bodyPr lIns="91440" rtlCol="0" anchor="t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ADICIONAR TÍTULO </a:t>
            </a:r>
            <a:br>
              <a:rPr lang="pt-BR" noProof="0"/>
            </a:br>
            <a:r>
              <a:rPr lang="pt-BR" noProof="0"/>
              <a:t>AQUI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 rtlCol="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principal </a:t>
            </a:r>
            <a:br>
              <a:rPr lang="pt-BR" noProof="0"/>
            </a:br>
            <a:r>
              <a:rPr lang="pt-BR" noProof="0"/>
              <a:t>estilos de texto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7" name="Título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F7DA993-9462-4064-B89B-BCEF27D4DACC}"/>
              </a:ext>
            </a:extLst>
          </p:cNvPr>
          <p:cNvSpPr/>
          <p:nvPr userDrawn="1"/>
        </p:nvSpPr>
        <p:spPr>
          <a:xfrm>
            <a:off x="6704476" y="3331758"/>
            <a:ext cx="3343200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pt-BR" noProof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931403-AA2F-415D-BC4C-E1168B62C473}"/>
              </a:ext>
            </a:extLst>
          </p:cNvPr>
          <p:cNvSpPr/>
          <p:nvPr userDrawn="1"/>
        </p:nvSpPr>
        <p:spPr>
          <a:xfrm>
            <a:off x="-318" y="3329078"/>
            <a:ext cx="3343200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lnSpc>
                <a:spcPct val="150000"/>
              </a:lnSpc>
            </a:pPr>
            <a:endParaRPr lang="pt-BR" noProof="0"/>
          </a:p>
        </p:txBody>
      </p:sp>
      <p:sp>
        <p:nvSpPr>
          <p:cNvPr id="15" name="Espaço Reservado para Imagem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6" name="Espaço Reservado para Imagem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6" name="Espaço Reservado para Texto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principal </a:t>
            </a:r>
            <a:br>
              <a:rPr lang="pt-BR" noProof="0"/>
            </a:br>
            <a:r>
              <a:rPr lang="pt-BR" noProof="0"/>
              <a:t>estilos de texto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4" name="Espaço Reservado para Texto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237735"/>
            <a:ext cx="2895600" cy="720005"/>
          </a:xfrm>
        </p:spPr>
        <p:txBody>
          <a:bodyPr lIns="0" rtlCol="0" anchor="t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Adicionar Título </a:t>
            </a:r>
            <a:br>
              <a:rPr lang="pt-BR" noProof="0"/>
            </a:br>
            <a:r>
              <a:rPr lang="pt-BR" noProof="0"/>
              <a:t>Aqui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principal </a:t>
            </a:r>
            <a:br>
              <a:rPr lang="pt-BR" noProof="0"/>
            </a:br>
            <a:r>
              <a:rPr lang="pt-BR" noProof="0"/>
              <a:t>estilos de texto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pt-BR" noProof="0"/>
              <a:t>Clique para editar o principal </a:t>
            </a:r>
            <a:br>
              <a:rPr lang="pt-BR" noProof="0"/>
            </a:br>
            <a:r>
              <a:rPr lang="pt-BR" noProof="0"/>
              <a:t>estilos de texto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1.xml" Id="rId3" /><Relationship Type="http://schemas.openxmlformats.org/officeDocument/2006/relationships/slideLayout" Target="/ppt/slideLayouts/slideLayout22.xml" Id="rId2" /><Relationship Type="http://schemas.openxmlformats.org/officeDocument/2006/relationships/slideLayout" Target="/ppt/slideLayouts/slideLayout13.xml" Id="rId1" /><Relationship Type="http://schemas.openxmlformats.org/officeDocument/2006/relationships/theme" Target="/ppt/theme/theme12.xml" Id="rId5" /><Relationship Type="http://schemas.openxmlformats.org/officeDocument/2006/relationships/slideLayout" Target="/ppt/slideLayouts/slideLayout44.xml" Id="rId4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3" r:id="rId2"/>
    <p:sldLayoutId id="2147483692" r:id="rId3"/>
    <p:sldLayoutId id="214748369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9.jpeg" Id="rId3" /><Relationship Type="http://schemas.openxmlformats.org/officeDocument/2006/relationships/notesSlide" Target="/ppt/notesSlides/notesSlide14.xml" Id="rId2" /><Relationship Type="http://schemas.openxmlformats.org/officeDocument/2006/relationships/slideLayout" Target="/ppt/slideLayouts/slideLayout13.xml" Id="rId1" /><Relationship Type="http://schemas.openxmlformats.org/officeDocument/2006/relationships/image" Target="/ppt/media/image3.svg" Id="rId5" /><Relationship Type="http://schemas.openxmlformats.org/officeDocument/2006/relationships/image" Target="/ppt/media/image2.png" Id="rI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46.jpeg" Id="rId3" /><Relationship Type="http://schemas.openxmlformats.org/officeDocument/2006/relationships/notesSlide" Target="/ppt/notesSlides/notesSlide23.xml" Id="rId2" /><Relationship Type="http://schemas.openxmlformats.org/officeDocument/2006/relationships/slideLayout" Target="/ppt/slideLayouts/slideLayout44.xml" Id="rId1" /><Relationship Type="http://schemas.openxmlformats.org/officeDocument/2006/relationships/image" Target="/ppt/media/image67.jpeg" Id="rId5" /><Relationship Type="http://schemas.openxmlformats.org/officeDocument/2006/relationships/image" Target="/ppt/media/image58.jpeg" Id="rId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image" Target="/ppt/media/image75.jpeg" Id="rId3" /><Relationship Type="http://schemas.openxmlformats.org/officeDocument/2006/relationships/notesSlide" Target="/ppt/notesSlides/notesSlide32.xml" Id="rId2" /><Relationship Type="http://schemas.openxmlformats.org/officeDocument/2006/relationships/slideLayout" Target="/ppt/slideLayouts/slideLayout22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image" Target="/ppt/media/image82.jpeg" Id="rId3" /><Relationship Type="http://schemas.openxmlformats.org/officeDocument/2006/relationships/notesSlide" Target="/ppt/notesSlides/notesSlide41.xml" Id="rId2" /><Relationship Type="http://schemas.openxmlformats.org/officeDocument/2006/relationships/slideLayout" Target="/ppt/slideLayouts/slideLayout31.xml" Id="rId1" /><Relationship Type="http://schemas.openxmlformats.org/officeDocument/2006/relationships/image" Target="/ppt/media/image103.jpeg" Id="rId5" /><Relationship Type="http://schemas.openxmlformats.org/officeDocument/2006/relationships/image" Target="/ppt/media/image94.jpeg" Id="rId4" 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Espaço Reservado para Imagem 32" descr="close de gráficos matemático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/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1550C0-A744-4D4E-B2C1-5909321880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/>
          <a:lstStyle/>
          <a:p>
            <a:pPr rtl="0"/>
            <a:r>
              <a:rPr lang="pt-BR"/>
              <a:t>Nossa Visão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D61503-6CC8-46FC-A387-705D37A0F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pt-BR"/>
              <a:t>Maecenas porttitor congue massa. Fusce posuere, magna sed pulvinar ultricies, purus lectus malesuada libero, sit amet commodo magna eros quis urna.</a:t>
            </a:r>
          </a:p>
        </p:txBody>
      </p:sp>
      <p:sp>
        <p:nvSpPr>
          <p:cNvPr id="39" name="Espaço Reservado para Conteúdo 38">
            <a:extLst>
              <a:ext uri="{FF2B5EF4-FFF2-40B4-BE49-F238E27FC236}">
                <a16:creationId xmlns:a16="http://schemas.microsoft.com/office/drawing/2014/main" id="{28E4C3E5-39D0-4E73-92D1-37B7D32F08A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tlCol="0"/>
          <a:lstStyle/>
          <a:p>
            <a:pPr rtl="0"/>
            <a:r>
              <a:rPr lang="pt-BR"/>
              <a:t>Fale conosco</a:t>
            </a:r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5047EA2A-40A4-486B-B8C9-03B7FB0077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pt-BR"/>
              <a:t>Rua Principal, 4567</a:t>
            </a:r>
          </a:p>
          <a:p>
            <a:pPr rtl="0"/>
            <a:r>
              <a:rPr lang="pt-BR"/>
              <a:t>Buffalo, NY 98052​</a:t>
            </a:r>
          </a:p>
          <a:p>
            <a:pPr rtl="0"/>
            <a:r>
              <a:rPr lang="pt-BR"/>
              <a:t>555-0100​</a:t>
            </a:r>
          </a:p>
          <a:p>
            <a:pPr rtl="0"/>
            <a:r>
              <a:rPr lang="pt-BR"/>
              <a:t>info@tailwindtraders.com​</a:t>
            </a:r>
          </a:p>
          <a:p>
            <a:pPr rtl="0"/>
            <a:r>
              <a:rPr lang="pt-BR"/>
              <a:t>tailwindtraders.com</a:t>
            </a:r>
          </a:p>
        </p:txBody>
      </p:sp>
      <p:pic>
        <p:nvPicPr>
          <p:cNvPr id="48" name="Espaço Reservado para Imagem 16">
            <a:extLst>
              <a:ext uri="{FF2B5EF4-FFF2-40B4-BE49-F238E27FC236}">
                <a16:creationId xmlns:a16="http://schemas.microsoft.com/office/drawing/2014/main" id="{56A4B0FF-F042-47B0-871D-4A36B7293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0" b="90"/>
          <a:stretch>
            <a:fillRect/>
          </a:stretch>
        </p:blipFill>
        <p:spPr>
          <a:xfrm>
            <a:off x="7955780" y="4214597"/>
            <a:ext cx="881063" cy="879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/>
              <a:t>TAILWIND TRADERS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/>
              <a:t>INVESTIR NO SEU FUTURO</a:t>
            </a:r>
          </a:p>
        </p:txBody>
      </p:sp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gráfico de linha de desenho com caneta">
            <a:extLst>
              <a:ext uri="{FF2B5EF4-FFF2-40B4-BE49-F238E27FC236}">
                <a16:creationId xmlns:a16="http://schemas.microsoft.com/office/drawing/2014/main" id="{CB99DC04-3520-4C11-90E0-A4F0438ED3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" r="425"/>
          <a:stretch/>
        </p:blipFill>
        <p:spPr/>
      </p:pic>
      <p:pic>
        <p:nvPicPr>
          <p:cNvPr id="25" name="Espaço Reservado para Imagem 24" descr="grupo colaborando em um notebook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" b="71"/>
          <a:stretch/>
        </p:blipFill>
        <p:spPr/>
      </p:pic>
      <p:pic>
        <p:nvPicPr>
          <p:cNvPr id="9" name="Espaço Reservado para Imagem 8" descr="mulher segurando um fichário saindo do Office">
            <a:extLst>
              <a:ext uri="{FF2B5EF4-FFF2-40B4-BE49-F238E27FC236}">
                <a16:creationId xmlns:a16="http://schemas.microsoft.com/office/drawing/2014/main" id="{7F4B8A9C-45CD-4CD3-9835-7B75C8E7DF8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" b="95"/>
          <a:stretch/>
        </p:blipFill>
        <p:spPr/>
      </p:pic>
      <p:sp>
        <p:nvSpPr>
          <p:cNvPr id="32" name="Espaço Reservado para Texto 31">
            <a:extLst>
              <a:ext uri="{FF2B5EF4-FFF2-40B4-BE49-F238E27FC236}">
                <a16:creationId xmlns:a16="http://schemas.microsoft.com/office/drawing/2014/main" id="{B16388D3-BE48-44F4-A6D7-DDF2293730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pt-BR"/>
              <a:t>Maecenas porttitor congue massa. Fusce posuere, magna sed pulvinar ultricies, purus lectus malesuada libero, sit amet commodo magna eros quis urna.</a:t>
            </a:r>
          </a:p>
          <a:p>
            <a:pPr rtl="0"/>
            <a:endParaRPr lang="pt-BR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24508FAD-2D2E-458D-B98F-3AB625F32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pt-BR"/>
              <a:t>Nossa Equipe</a:t>
            </a:r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0FD12705-AB70-40E3-A13F-B36B09C89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pt-BR"/>
              <a:t>Maecenas porttitor congue massa. Fusce posuere, magna sed pulvinar ultricies, purus lectus malesuada libero, sit amet commodo magna eros quis urna.</a:t>
            </a:r>
          </a:p>
          <a:p>
            <a:pPr rtl="0"/>
            <a:endParaRPr lang="pt-BR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80C64EB9-E6EA-45AD-9476-BDDE899850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2615" y="3991861"/>
            <a:ext cx="2887103" cy="3473688"/>
          </a:xfrm>
        </p:spPr>
        <p:txBody>
          <a:bodyPr rtlCol="0"/>
          <a:lstStyle/>
          <a:p>
            <a:pPr rtl="0"/>
            <a:r>
              <a:rPr lang="pt-BR"/>
              <a:t>Nossa equipe de especialistas está aqui para ajudá-lo a desenvolver estratégias bem-sucedidas hoje para um amanhã financeiramente seguro. </a:t>
            </a:r>
          </a:p>
        </p:txBody>
      </p:sp>
      <p:sp>
        <p:nvSpPr>
          <p:cNvPr id="86" name="Título 85">
            <a:extLst>
              <a:ext uri="{FF2B5EF4-FFF2-40B4-BE49-F238E27FC236}">
                <a16:creationId xmlns:a16="http://schemas.microsoft.com/office/drawing/2014/main" id="{FD30442A-A1AE-4FD1-B045-22F09C71C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Nossos Serviços</a:t>
            </a:r>
            <a:br>
              <a:rPr lang="pt-BR"/>
            </a:b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125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Espaço Reservado para Imagem 40" descr="close de gráficos matemáticos">
            <a:extLst>
              <a:ext uri="{FF2B5EF4-FFF2-40B4-BE49-F238E27FC236}">
                <a16:creationId xmlns:a16="http://schemas.microsoft.com/office/drawing/2014/main" id="{B18AACB1-42A2-4B1E-8CE7-58311236A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" r="319"/>
          <a:stretch/>
        </p:blipFill>
        <p:spPr/>
      </p:pic>
      <p:sp>
        <p:nvSpPr>
          <p:cNvPr id="45" name="Título 44">
            <a:extLst>
              <a:ext uri="{FF2B5EF4-FFF2-40B4-BE49-F238E27FC236}">
                <a16:creationId xmlns:a16="http://schemas.microsoft.com/office/drawing/2014/main" id="{2704561A-EBDC-4554-AB63-6E7F0AD34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/>
              <a:t>TAILWIND TRADERS </a:t>
            </a:r>
          </a:p>
        </p:txBody>
      </p:sp>
      <p:sp>
        <p:nvSpPr>
          <p:cNvPr id="46" name="Subtítulo 45">
            <a:extLst>
              <a:ext uri="{FF2B5EF4-FFF2-40B4-BE49-F238E27FC236}">
                <a16:creationId xmlns:a16="http://schemas.microsoft.com/office/drawing/2014/main" id="{84AA5B14-11B0-4875-B1F5-69DBF1E46D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/>
              <a:t>INVESTIR NO SEU FUTURO</a:t>
            </a:r>
          </a:p>
          <a:p>
            <a:pPr rtl="0"/>
            <a:endParaRPr lang="pt-BR"/>
          </a:p>
        </p:txBody>
      </p:sp>
      <p:sp>
        <p:nvSpPr>
          <p:cNvPr id="47" name="Espaço Reservado para Conteúdo 46">
            <a:extLst>
              <a:ext uri="{FF2B5EF4-FFF2-40B4-BE49-F238E27FC236}">
                <a16:creationId xmlns:a16="http://schemas.microsoft.com/office/drawing/2014/main" id="{510886A2-18AD-4F58-A88D-0836A93378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tlCol="0"/>
          <a:lstStyle/>
          <a:p>
            <a:pPr rtl="0"/>
            <a:r>
              <a:rPr lang="pt-BR"/>
              <a:t>Fale conosco</a:t>
            </a:r>
          </a:p>
        </p:txBody>
      </p:sp>
      <p:sp>
        <p:nvSpPr>
          <p:cNvPr id="48" name="Espaço Reservado para Texto 47">
            <a:extLst>
              <a:ext uri="{FF2B5EF4-FFF2-40B4-BE49-F238E27FC236}">
                <a16:creationId xmlns:a16="http://schemas.microsoft.com/office/drawing/2014/main" id="{188890BB-2976-4D42-B9BB-FE40645D12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pt-BR"/>
              <a:t>Rua Principal, 4567</a:t>
            </a:r>
          </a:p>
          <a:p>
            <a:pPr rtl="0"/>
            <a:r>
              <a:rPr lang="pt-BR"/>
              <a:t>Buffalo, NY 98052​</a:t>
            </a:r>
          </a:p>
          <a:p>
            <a:pPr rtl="0"/>
            <a:r>
              <a:rPr lang="pt-BR"/>
              <a:t>555-0100​</a:t>
            </a:r>
          </a:p>
          <a:p>
            <a:pPr rtl="0"/>
            <a:r>
              <a:rPr lang="pt-BR"/>
              <a:t>info@tailwindtraders.com​</a:t>
            </a:r>
          </a:p>
          <a:p>
            <a:pPr rtl="0"/>
            <a:r>
              <a:rPr lang="pt-BR"/>
              <a:t>tailwindtraders.com</a:t>
            </a:r>
          </a:p>
          <a:p>
            <a:pPr rtl="0"/>
            <a:endParaRPr lang="pt-BR"/>
          </a:p>
        </p:txBody>
      </p: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85B9EC67-E16B-4644-BE4E-9F3520D5AE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/>
          <a:lstStyle/>
          <a:p>
            <a:pPr rtl="0"/>
            <a:r>
              <a:rPr lang="pt-BR"/>
              <a:t>Nossa Visão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CE9C5F90-E573-43D7-AC40-5AD946F4D0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pt-BR"/>
              <a:t>Lorem ipsum dolor sit amet, consectetuer adipiscing elit. Maecenas porttitor congue massa. Fusce posuere, magna sed pulvinar ultricies, purus lectus malesuada libero, sit </a:t>
            </a:r>
            <a:br>
              <a:rPr lang="pt-BR"/>
            </a:br>
            <a:r>
              <a:rPr lang="pt-BR"/>
              <a:t>amet commodo magna eros quis urna.</a:t>
            </a:r>
          </a:p>
          <a:p>
            <a:pPr rtl="0"/>
            <a:r>
              <a:rPr lang="pt-BR"/>
              <a:t>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pt-BR"/>
              <a:t>Lorem ipsum dolor sit amet, consectetuer adipiscing elit. Maecenas porttitor congue massa. Fusce posuere, magna sed pulvinar ultricies, purus lectus malesuada libero, sit </a:t>
            </a:r>
            <a:br>
              <a:rPr lang="pt-BR"/>
            </a:br>
            <a:r>
              <a:rPr lang="pt-BR"/>
              <a:t>amet commodo magna eros quis urna.</a:t>
            </a:r>
          </a:p>
          <a:p>
            <a:pPr rtl="0"/>
            <a:endParaRPr lang="pt-BR"/>
          </a:p>
          <a:p>
            <a:pPr rtl="0"/>
            <a:endParaRPr lang="pt-BR"/>
          </a:p>
          <a:p>
            <a:pPr rtl="0"/>
            <a:endParaRPr lang="pt-BR"/>
          </a:p>
          <a:p>
            <a:pPr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47648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 descr="gráfico de linha de desenho com caneta">
            <a:extLst>
              <a:ext uri="{FF2B5EF4-FFF2-40B4-BE49-F238E27FC236}">
                <a16:creationId xmlns:a16="http://schemas.microsoft.com/office/drawing/2014/main" id="{1E006552-A299-4408-9F54-B196F5056E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"/>
          <a:stretch/>
        </p:blipFill>
        <p:spPr/>
      </p:pic>
      <p:pic>
        <p:nvPicPr>
          <p:cNvPr id="25" name="Espaço Reservado para Imagem 24" descr="grupo colaborando em um notebook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8" name="Espaço Reservado para Imagem 7" descr="mulher segurando um fichário saindo do Office">
            <a:extLst>
              <a:ext uri="{FF2B5EF4-FFF2-40B4-BE49-F238E27FC236}">
                <a16:creationId xmlns:a16="http://schemas.microsoft.com/office/drawing/2014/main" id="{672E69F0-216F-41E3-A8BF-4C5DA81E144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2435A574-EC9F-4321-9CA3-5D765C30B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pt-BR"/>
              <a:t>Maecenas porttitor congue massa. Fusce posuere, magna sed pulvinar ultricies, purus lectus malesuada libero, sit amet commodo magna eros quis urna.</a:t>
            </a:r>
          </a:p>
          <a:p>
            <a:pPr rtl="0"/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8F457663-49C5-4FE7-93F7-6D408078AC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pt-BR"/>
              <a:t>Nossa equipe de especialistas está aqui para ajudá-lo a desenvolver estratégias bem-sucedidas hoje para um amanhã financeiramente seguro. 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3F0CFD1C-F6E7-4B83-AB91-F24AF9E653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pt-BR"/>
              <a:t>Nossa Equipe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DAB717E8-011C-4547-A6B4-B8F2FE4F15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pt-BR"/>
              <a:t>Lorem ipsum dolor sit amet, consectetuer adipiscing elit.</a:t>
            </a:r>
          </a:p>
          <a:p>
            <a:pPr rtl="0"/>
            <a:r>
              <a:rPr lang="pt-BR"/>
              <a:t>Maecenas porttitor congue massa.</a:t>
            </a:r>
          </a:p>
          <a:p>
            <a:pPr rtl="0"/>
            <a:r>
              <a:rPr lang="pt-BR"/>
              <a:t>Fusce posuere, magna sed pulvinar ultricies, purus lectus malesuada libero, sit amet commodo magna eros quis urna.</a:t>
            </a:r>
          </a:p>
          <a:p>
            <a:pPr rtl="0"/>
            <a:endParaRPr lang="pt-BR"/>
          </a:p>
        </p:txBody>
      </p:sp>
      <p:sp>
        <p:nvSpPr>
          <p:cNvPr id="115" name="Título 114">
            <a:extLst>
              <a:ext uri="{FF2B5EF4-FFF2-40B4-BE49-F238E27FC236}">
                <a16:creationId xmlns:a16="http://schemas.microsoft.com/office/drawing/2014/main" id="{D328ED67-05E4-4380-99B0-44D2DEB5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Nossos Serviços</a:t>
            </a:r>
          </a:p>
        </p:txBody>
      </p:sp>
    </p:spTree>
    <p:extLst>
      <p:ext uri="{BB962C8B-B14F-4D97-AF65-F5344CB8AC3E}">
        <p14:creationId xmlns:p14="http://schemas.microsoft.com/office/powerpoint/2010/main" val="719325024"/>
      </p:ext>
    </p:extLst>
  </p:cSld>
  <p:clrMapOvr>
    <a:masterClrMapping/>
  </p:clrMapOvr>
</p:sld>
</file>

<file path=ppt/theme/theme12.xml><?xml version="1.0" encoding="utf-8"?>
<a:theme xmlns:a="http://schemas.openxmlformats.org/drawingml/2006/main" name="2_Design Personalizado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&#65279;<?xml version="1.0" encoding="utf-8"?><Relationships xmlns="http://schemas.openxmlformats.org/package/2006/relationships"><Relationship Type="http://schemas.microsoft.com/office/2011/relationships/webextension" Target="/ppt/webextensions/webextension1.xml" Id="rId1" 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1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3.xml><?xml version="1.0" encoding="utf-8"?>
<ds:datastoreItem xmlns:ds="http://schemas.openxmlformats.org/officeDocument/2006/customXml" ds:itemID="{5D82FBE3-5E95-4B7A-88C0-B7BB58A968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2.xml><?xml version="1.0" encoding="utf-8"?>
<ds:datastoreItem xmlns:ds="http://schemas.openxmlformats.org/officeDocument/2006/customXml" ds:itemID="{D9EAC644-7B36-4B02-AE6A-271637DE6193}">
  <ds:schemaRefs>
    <ds:schemaRef ds:uri="http://schemas.microsoft.com/sharepoint/v3/contenttype/forms"/>
  </ds:schemaRefs>
</ds:datastoreItem>
</file>

<file path=customXml/itemProps31.xml><?xml version="1.0" encoding="utf-8"?>
<ds:datastoreItem xmlns:ds="http://schemas.openxmlformats.org/officeDocument/2006/customXml" ds:itemID="{581AEECB-7CBF-41B6-B304-895A4D5BDF0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0</ap:TotalTime>
  <ap:Words>495</ap:Words>
  <ap:PresentationFormat>Personalizar</ap:PresentationFormat>
  <ap:Paragraphs>44</ap:Paragraphs>
  <ap:Slides>4</ap:Slides>
  <ap:Notes>4</ap:Notes>
  <ap:HiddenSlides>0</ap:HiddenSlides>
  <ap:MMClips>0</ap:MMClips>
  <ap:ScaleCrop>false</ap:ScaleCrop>
  <ap:HeadingPairs>
    <vt:vector baseType="variant" size="6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ap:HeadingPairs>
  <ap:TitlesOfParts>
    <vt:vector baseType="lpstr" size="9">
      <vt:lpstr>Arial</vt:lpstr>
      <vt:lpstr>Calibri</vt:lpstr>
      <vt:lpstr>Century Gothic</vt:lpstr>
      <vt:lpstr>Gill Sans MT</vt:lpstr>
      <vt:lpstr>2_Design Personalizado</vt:lpstr>
      <vt:lpstr>TAILWIND TRADERS</vt:lpstr>
      <vt:lpstr>Nossos Serviços </vt:lpstr>
      <vt:lpstr>TAILWIND TRADERS </vt:lpstr>
      <vt:lpstr>Nossos Serviços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2020-06-29T21:50:47Z</dcterms:created>
  <dcterms:modified xsi:type="dcterms:W3CDTF">2021-12-15T02:06:54Z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