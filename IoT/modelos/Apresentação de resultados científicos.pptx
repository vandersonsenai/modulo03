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jpeg" ContentType="image/jpeg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5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theme/theme12.xml" ContentType="application/vnd.openxmlformats-officedocument.theme+xml"/>
  <Override PartName="/ppt/slideLayouts/slideLayout10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1414.xml" ContentType="application/vnd.openxmlformats-officedocument.presentationml.slideLayout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customXml/item3.xml" ContentType="application/xml"/>
  <Override PartName="/customXml/itemProps31.xml" ContentType="application/vnd.openxmlformats-officedocument.customXmlProperties+xml"/>
  <Override PartName="/ppt/viewProps.xml" ContentType="application/vnd.openxmlformats-officedocument.presentationml.viewProps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authors.xml" ContentType="application/vnd.ms-powerpoint.authors+xml"/>
  <Override PartName="/customXml/item22.xml" ContentType="application/xml"/>
  <Override PartName="/customXml/itemProps22.xml" ContentType="application/vnd.openxmlformats-officedocument.customXmlProperties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customXml/item13.xml" ContentType="application/xml"/>
  <Override PartName="/customXml/itemProps13.xml" ContentType="application/vnd.openxmlformats-officedocument.customXmlProperties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changesInfos/changesInfo1.xml" ContentType="application/vnd.ms-powerpoint.changesinfo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110.xml" ContentType="application/vnd.openxmlformats-officedocument.presentationml.slide+xml"/>
  <Override PartName="/ppt/notesSlides/notesSlide1110.xml" ContentType="application/vnd.openxmlformats-officedocument.presentationml.notesSlide+xml"/>
  <Override PartName="/ppt/tableStyles.xml" ContentType="application/vnd.openxmlformats-officedocument.presentationml.tableStyles+xml"/>
  <Override PartName="/ppt/slides/slide611.xml" ContentType="application/vnd.openxmlformats-officedocument.presentationml.slide+xml"/>
  <Override PartName="/ppt/notesSlides/notesSlide611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slides/slide512.xml" ContentType="application/vnd.openxmlformats-officedocument.presentationml.slide+xml"/>
  <Override PartName="/ppt/notesSlides/notesSlide512.xml" ContentType="application/vnd.openxmlformats-officedocument.presentationml.notesSlide+xml"/>
  <Override PartName="/ppt/slides/slide1013.xml" ContentType="application/vnd.openxmlformats-officedocument.presentationml.slide+xml"/>
  <Override PartName="/ppt/notesSlides/notesSlide1013.xml" ContentType="application/vnd.openxmlformats-officedocument.presentationml.notesSlide+xml"/>
  <Override PartName="/docMetadata/LabelInfo.xml" ContentType="application/vnd.ms-office.classificationlabels+xml"/>
  <Override PartName="/docProps/custom.xml" ContentType="application/vnd.openxmlformats-officedocument.custom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6" /><Relationship Type="http://schemas.openxmlformats.org/officeDocument/2006/relationships/custom-properties" Target="/docProps/custom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  <p:sldId id="379" r:id="rId14"/>
    <p:sldId id="380" r:id="rId15"/>
    <p:sldId id="381" r:id="rId16"/>
    <p:sldId id="372" r:id="rId1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3" autoAdjust="0"/>
    <p:restoredTop sz="95388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61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3930" y="96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notesMaster" Target="/ppt/notesMasters/notesMaster11.xml" Id="rId18" /><Relationship Type="http://schemas.openxmlformats.org/officeDocument/2006/relationships/customXml" Target="/customXml/item3.xml" Id="rId3" /><Relationship Type="http://schemas.openxmlformats.org/officeDocument/2006/relationships/viewProps" Target="/ppt/viewProps.xml" Id="rId21" /><Relationship Type="http://schemas.openxmlformats.org/officeDocument/2006/relationships/slide" Target="/ppt/slides/slide33.xml" Id="rId7" /><Relationship Type="http://schemas.openxmlformats.org/officeDocument/2006/relationships/slide" Target="/ppt/slides/slide84.xml" Id="rId12" /><Relationship Type="http://schemas.openxmlformats.org/officeDocument/2006/relationships/slide" Target="/ppt/slides/slide135.xml" Id="rId17" /><Relationship Type="http://schemas.microsoft.com/office/2018/10/relationships/authors" Target="/ppt/authors.xml" Id="rId25" /><Relationship Type="http://schemas.openxmlformats.org/officeDocument/2006/relationships/customXml" Target="/customXml/item22.xml" Id="rId2" /><Relationship Type="http://schemas.openxmlformats.org/officeDocument/2006/relationships/slide" Target="/ppt/slides/slide126.xml" Id="rId16" /><Relationship Type="http://schemas.openxmlformats.org/officeDocument/2006/relationships/presProps" Target="/ppt/presProps.xml" Id="rId20" /><Relationship Type="http://schemas.openxmlformats.org/officeDocument/2006/relationships/customXml" Target="/customXml/item13.xml" Id="rId1" /><Relationship Type="http://schemas.openxmlformats.org/officeDocument/2006/relationships/slide" Target="/ppt/slides/slide27.xml" Id="rId6" /><Relationship Type="http://schemas.openxmlformats.org/officeDocument/2006/relationships/slide" Target="/ppt/slides/slide78.xml" Id="rId11" /><Relationship Type="http://schemas.microsoft.com/office/2016/11/relationships/changesInfo" Target="/ppt/changesInfos/changesInfo1.xml" Id="rId24" /><Relationship Type="http://schemas.openxmlformats.org/officeDocument/2006/relationships/slide" Target="/ppt/slides/slide19.xml" Id="rId5" /><Relationship Type="http://schemas.openxmlformats.org/officeDocument/2006/relationships/slide" Target="/ppt/slides/slide1110.xml" Id="rId15" /><Relationship Type="http://schemas.openxmlformats.org/officeDocument/2006/relationships/tableStyles" Target="/ppt/tableStyles.xml" Id="rId23" /><Relationship Type="http://schemas.openxmlformats.org/officeDocument/2006/relationships/slide" Target="/ppt/slides/slide611.xml" Id="rId10" /><Relationship Type="http://schemas.openxmlformats.org/officeDocument/2006/relationships/handoutMaster" Target="/ppt/handoutMasters/handoutMaster11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2.xml" Id="rId9" /><Relationship Type="http://schemas.openxmlformats.org/officeDocument/2006/relationships/slide" Target="/ppt/slides/slide1013.xml" Id="rId14" /><Relationship Type="http://schemas.openxmlformats.org/officeDocument/2006/relationships/theme" Target="/ppt/theme/theme12.xml" Id="rId22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modSld">
      <pc:chgData name="Fake Test User" userId="SID-0" providerId="Test" clId="FakeClientId" dt="2024-03-12T07:51:48.967" v="14" actId="14100"/>
      <pc:docMkLst>
        <pc:docMk/>
      </pc:docMkLst>
      <pc:sldChg chg="modSp mod">
        <pc:chgData name="Fake Test User" userId="SID-0" providerId="Test" clId="FakeClientId" dt="2024-03-12T07:44:29.399" v="1"/>
        <pc:sldMkLst>
          <pc:docMk/>
          <pc:sldMk cId="2498031464" sldId="342"/>
        </pc:sldMkLst>
        <pc:spChg chg="mod">
          <ac:chgData name="Fake Test User" userId="SID-0" providerId="Test" clId="FakeClientId" dt="2024-03-12T07:44:29.399" v="1"/>
          <ac:spMkLst>
            <pc:docMk/>
            <pc:sldMk cId="2498031464" sldId="342"/>
            <ac:spMk id="9" creationId="{2981AB9E-AF0F-CAD0-2DD2-D640FB871E66}"/>
          </ac:spMkLst>
        </pc:spChg>
        <pc:spChg chg="mod">
          <ac:chgData name="Fake Test User" userId="SID-0" providerId="Test" clId="FakeClientId" dt="2024-03-12T07:44:24.571" v="0"/>
          <ac:spMkLst>
            <pc:docMk/>
            <pc:sldMk cId="2498031464" sldId="342"/>
            <ac:spMk id="12" creationId="{997874EA-2F67-60CD-631F-5A787057F8CE}"/>
          </ac:spMkLst>
        </pc:spChg>
      </pc:sldChg>
      <pc:sldChg chg="modSp mod">
        <pc:chgData name="Fake Test User" userId="SID-0" providerId="Test" clId="FakeClientId" dt="2024-03-12T07:51:37.592" v="13" actId="20577"/>
        <pc:sldMkLst>
          <pc:docMk/>
          <pc:sldMk cId="1330733909" sldId="365"/>
        </pc:sldMkLst>
        <pc:spChg chg="mod">
          <ac:chgData name="Fake Test User" userId="SID-0" providerId="Test" clId="FakeClientId" dt="2024-03-12T07:51:37.592" v="13" actId="20577"/>
          <ac:spMkLst>
            <pc:docMk/>
            <pc:sldMk cId="1330733909" sldId="365"/>
            <ac:spMk id="9" creationId="{0FD6A3FE-1BF6-4C1A-0553-EBD497A69F2D}"/>
          </ac:spMkLst>
        </pc:spChg>
      </pc:sldChg>
      <pc:sldChg chg="modSp mod">
        <pc:chgData name="Fake Test User" userId="SID-0" providerId="Test" clId="FakeClientId" dt="2024-03-12T07:44:40.837" v="3"/>
        <pc:sldMkLst>
          <pc:docMk/>
          <pc:sldMk cId="1397193754" sldId="373"/>
        </pc:sldMkLst>
        <pc:spChg chg="mod">
          <ac:chgData name="Fake Test User" userId="SID-0" providerId="Test" clId="FakeClientId" dt="2024-03-12T07:44:36.430" v="2"/>
          <ac:spMkLst>
            <pc:docMk/>
            <pc:sldMk cId="1397193754" sldId="373"/>
            <ac:spMk id="2" creationId="{E117F7C5-CBA2-9823-0CBA-5BD773998046}"/>
          </ac:spMkLst>
        </pc:spChg>
        <pc:spChg chg="mod">
          <ac:chgData name="Fake Test User" userId="SID-0" providerId="Test" clId="FakeClientId" dt="2024-03-12T07:44:40.837" v="3"/>
          <ac:spMkLst>
            <pc:docMk/>
            <pc:sldMk cId="1397193754" sldId="373"/>
            <ac:spMk id="4" creationId="{260D053B-A40A-3228-B6D5-3371B9EE2E56}"/>
          </ac:spMkLst>
        </pc:spChg>
      </pc:sldChg>
      <pc:sldChg chg="modSp mod">
        <pc:chgData name="Fake Test User" userId="SID-0" providerId="Test" clId="FakeClientId" dt="2024-03-12T07:44:50.946" v="5"/>
        <pc:sldMkLst>
          <pc:docMk/>
          <pc:sldMk cId="598144966" sldId="374"/>
        </pc:sldMkLst>
        <pc:spChg chg="mod">
          <ac:chgData name="Fake Test User" userId="SID-0" providerId="Test" clId="FakeClientId" dt="2024-03-12T07:44:46.165" v="4"/>
          <ac:spMkLst>
            <pc:docMk/>
            <pc:sldMk cId="598144966" sldId="374"/>
            <ac:spMk id="3" creationId="{3FEFE388-CD0B-9671-4D4E-D6D8004C8851}"/>
          </ac:spMkLst>
        </pc:spChg>
        <pc:spChg chg="mod">
          <ac:chgData name="Fake Test User" userId="SID-0" providerId="Test" clId="FakeClientId" dt="2024-03-12T07:44:50.946" v="5"/>
          <ac:spMkLst>
            <pc:docMk/>
            <pc:sldMk cId="598144966" sldId="374"/>
            <ac:spMk id="5" creationId="{BE4E0F37-0AD5-833C-CBE5-EAE02EC46069}"/>
          </ac:spMkLst>
        </pc:spChg>
      </pc:sldChg>
      <pc:sldChg chg="modSp mod">
        <pc:chgData name="Fake Test User" userId="SID-0" providerId="Test" clId="FakeClientId" dt="2024-03-12T07:51:48.967" v="14" actId="14100"/>
        <pc:sldMkLst>
          <pc:docMk/>
          <pc:sldMk cId="1962637282" sldId="375"/>
        </pc:sldMkLst>
        <pc:spChg chg="mod">
          <ac:chgData name="Fake Test User" userId="SID-0" providerId="Test" clId="FakeClientId" dt="2024-03-12T07:51:48.967" v="14" actId="14100"/>
          <ac:spMkLst>
            <pc:docMk/>
            <pc:sldMk cId="1962637282" sldId="375"/>
            <ac:spMk id="4" creationId="{74160DFF-2E7E-7A22-819A-C011020DFF01}"/>
          </ac:spMkLst>
        </pc:spChg>
      </pc:sldChg>
      <pc:sldChg chg="modSp mod">
        <pc:chgData name="Fake Test User" userId="SID-0" providerId="Test" clId="FakeClientId" dt="2024-03-12T07:51:00.358" v="11" actId="14734"/>
        <pc:sldMkLst>
          <pc:docMk/>
          <pc:sldMk cId="2170071140" sldId="379"/>
        </pc:sldMkLst>
        <pc:spChg chg="mod">
          <ac:chgData name="Fake Test User" userId="SID-0" providerId="Test" clId="FakeClientId" dt="2024-03-12T07:50:45.451" v="7" actId="2710"/>
          <ac:spMkLst>
            <pc:docMk/>
            <pc:sldMk cId="2170071140" sldId="379"/>
            <ac:spMk id="3" creationId="{06DE3104-398C-EF95-D86E-630F512487F9}"/>
          </ac:spMkLst>
        </pc:spChg>
        <pc:graphicFrameChg chg="modGraphic">
          <ac:chgData name="Fake Test User" userId="SID-0" providerId="Test" clId="FakeClientId" dt="2024-03-12T07:51:00.358" v="11" actId="14734"/>
          <ac:graphicFrameMkLst>
            <pc:docMk/>
            <pc:sldMk cId="2170071140" sldId="379"/>
            <ac:graphicFrameMk id="5" creationId="{67588EB3-ED1D-6AD3-5960-55BD64293774}"/>
          </ac:graphicFrameMkLst>
        </pc:graphicFrameChg>
      </pc:sldChg>
    </pc:docChg>
  </pc:docChgLst>
</pc:chgInfo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C1424451-4E7C-4F04-91D4-E7AC2CD5E387}" type="datetime1">
              <a:rPr lang="pt-BR" smtClean="0"/>
              <a:t>12/03/2024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61A1-75D9-49F7-83EB-F5872642613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B37CEA3C-BB75-49BE-845C-A17F7ACC4C7F}" type="datetime1">
              <a:rPr lang="pt-BR" smtClean="0"/>
              <a:pPr/>
              <a:t>12/03/2024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DEF75CB5-5666-5049-9AE0-38EFD385C21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Id2" /><Relationship Type="http://schemas.openxmlformats.org/officeDocument/2006/relationships/notesMaster" Target="/ppt/notesMasters/notesMaster11.xml" Id="rI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Id2" /><Relationship Type="http://schemas.openxmlformats.org/officeDocument/2006/relationships/notesMaster" Target="/ppt/notesMasters/notesMaster11.xml" Id="rI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Id2" /><Relationship Type="http://schemas.openxmlformats.org/officeDocument/2006/relationships/notesMaster" Target="/ppt/notesMasters/notesMaster11.xml" Id="rI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Id2" /><Relationship Type="http://schemas.openxmlformats.org/officeDocument/2006/relationships/notesMaster" Target="/ppt/notesMasters/notesMaster11.xml" Id="rId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Id2" /><Relationship Type="http://schemas.openxmlformats.org/officeDocument/2006/relationships/notesMaster" Target="/ppt/notesMasters/notesMaster11.xml" Id="rId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Id2" /><Relationship Type="http://schemas.openxmlformats.org/officeDocument/2006/relationships/notesMaster" Target="/ppt/notesMasters/notesMaster11.xml" Id="rId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Id2" /><Relationship Type="http://schemas.openxmlformats.org/officeDocument/2006/relationships/notesMaster" Target="/ppt/notesMasters/notesMaster11.xml" Id="rId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Id2" /><Relationship Type="http://schemas.openxmlformats.org/officeDocument/2006/relationships/notesMaster" Target="/ppt/notesMasters/notesMaster11.xml" Id="rId1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Id2" /><Relationship Type="http://schemas.openxmlformats.org/officeDocument/2006/relationships/notesMaster" Target="/ppt/notesMasters/notesMaster11.xml" Id="rId1" /></Relationships>
</file>

<file path=ppt/notesSlides/_rels/notesSlide512.xml.rels>&#65279;<?xml version="1.0" encoding="utf-8"?><Relationships xmlns="http://schemas.openxmlformats.org/package/2006/relationships"><Relationship Type="http://schemas.openxmlformats.org/officeDocument/2006/relationships/slide" Target="/ppt/slides/slide512.xml" Id="rId2" /><Relationship Type="http://schemas.openxmlformats.org/officeDocument/2006/relationships/notesMaster" Target="/ppt/notesMasters/notesMaster11.xml" Id="rId1" /></Relationships>
</file>

<file path=ppt/notesSlides/_rels/notesSlide611.xml.rels>&#65279;<?xml version="1.0" encoding="utf-8"?><Relationships xmlns="http://schemas.openxmlformats.org/package/2006/relationships"><Relationship Type="http://schemas.openxmlformats.org/officeDocument/2006/relationships/slide" Target="/ppt/slides/slide611.xml" Id="rId2" /><Relationship Type="http://schemas.openxmlformats.org/officeDocument/2006/relationships/notesMaster" Target="/ppt/notesMasters/notesMaster11.xml" Id="rId1" /></Relationships>
</file>

<file path=ppt/notesSlides/_rels/notesSlide1013.xml.rels>&#65279;<?xml version="1.0" encoding="utf-8"?><Relationships xmlns="http://schemas.openxmlformats.org/package/2006/relationships"><Relationship Type="http://schemas.openxmlformats.org/officeDocument/2006/relationships/slide" Target="/ppt/slides/slide1013.xml" Id="rId2" /><Relationship Type="http://schemas.openxmlformats.org/officeDocument/2006/relationships/notesMaster" Target="/ppt/notesMasters/notesMaster11.xml" Id="rId1" /></Relationships>
</file>

<file path=ppt/notesSlides/_rels/notesSlide1110.xml.rels>&#65279;<?xml version="1.0" encoding="utf-8"?><Relationships xmlns="http://schemas.openxmlformats.org/package/2006/relationships"><Relationship Type="http://schemas.openxmlformats.org/officeDocument/2006/relationships/slide" Target="/ppt/slides/slide1110.xml" Id="rId2" /><Relationship Type="http://schemas.openxmlformats.org/officeDocument/2006/relationships/notesMaster" Target="/ppt/notesMasters/notesMaster11.xml" Id="rId1" />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fld id="{DEF75CB5-5666-5049-9AE0-38EFD385C21E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t>2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notesSlides/notesSlide5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fld id="{DEF75CB5-5666-5049-9AE0-38EFD385C21E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t>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10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image" Target="/ppt/media/image13.png" Id="rId2" /><Relationship Type="http://schemas.openxmlformats.org/officeDocument/2006/relationships/slideMaster" Target="/ppt/slideMasters/slideMaster11.xml" Id="rId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image" Target="/ppt/media/image13.png" Id="rId2" /><Relationship Type="http://schemas.openxmlformats.org/officeDocument/2006/relationships/slideMaster" Target="/ppt/slideMasters/slideMaster11.xml" Id="rId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image" Target="/ppt/media/image2.png" Id="rId2" /><Relationship Type="http://schemas.openxmlformats.org/officeDocument/2006/relationships/slideMaster" Target="/ppt/slideMasters/slideMaster11.xml" Id="rId1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image" Target="/ppt/media/image34.png" Id="rId2" /><Relationship Type="http://schemas.openxmlformats.org/officeDocument/2006/relationships/slideMaster" Target="/ppt/slideMasters/slideMaster11.xml" Id="rId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image" Target="/ppt/media/image42.png" Id="rId2" /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image" Target="/ppt/media/image53.jpeg" Id="rId2" /><Relationship Type="http://schemas.openxmlformats.org/officeDocument/2006/relationships/slideMaster" Target="/ppt/slideMasters/slideMaster11.xml" Id="rId1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9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0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414.xml.rels>&#65279;<?xml version="1.0" encoding="utf-8"?><Relationships xmlns="http://schemas.openxmlformats.org/package/2006/relationships"><Relationship Type="http://schemas.openxmlformats.org/officeDocument/2006/relationships/image" Target="/ppt/media/image65.png" Id="rId2" /><Relationship Type="http://schemas.openxmlformats.org/officeDocument/2006/relationships/slideMaster" Target="/ppt/slideMasters/slideMaster11.xml" Id="rId1" 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título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pt-B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pt-B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 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6" name="Espaço Reservado para Conteúdo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9" name="Elemento gráfico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pt-BR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pt-BR" sz="2400" cap="all" spc="3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pt-BR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e 2 coluna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Elemento gráfico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3" name="Elemento gráfico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Elemento gráfico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7" name="Elemento gráfico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pt-BR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6" name="Imagem 5" descr="Uma espiral azul e púrpura&#10;&#10;Descrição gerada automaticamente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Elemento gráfico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2" name="Elemento gráfico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3" name="Elemento gráfico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Elemento gráfico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0" name="Elemento gráfico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</p:grp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pt-BR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pt-BR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pt-BR" sz="1800" spc="0"/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pt-BR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pt-BR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pt-BR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Tabela 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pt-BR" sz="2400">
                <a:latin typeface="+mn-lt"/>
              </a:defRPr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pt-BR" sz="3200" cap="all" spc="3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Elemento gráfico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Elemento gráfico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Elemento gráfico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pt-BR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pt-BR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pt-B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2" name="Espaço reservado para tabela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pt-BR" sz="2400">
                <a:latin typeface="+mn-lt"/>
              </a:defRPr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8" name="Elemento gráfico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  <p:pic>
          <p:nvPicPr>
            <p:cNvPr id="4" name="Espaço Reservado para Conteúdo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pt-BR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pt-B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34.xml" Id="rId3" /><Relationship Type="http://schemas.openxmlformats.org/officeDocument/2006/relationships/slideLayout" Target="/ppt/slideLayouts/slideLayout75.xml" Id="rId7" /><Relationship Type="http://schemas.openxmlformats.org/officeDocument/2006/relationships/slideLayout" Target="/ppt/slideLayouts/slideLayout126.xml" Id="rId12" /><Relationship Type="http://schemas.openxmlformats.org/officeDocument/2006/relationships/slideLayout" Target="/ppt/slideLayouts/slideLayout27.xml" Id="rId2" /><Relationship Type="http://schemas.openxmlformats.org/officeDocument/2006/relationships/slideLayout" Target="/ppt/slideLayouts/slideLayout18.xml" Id="rId1" /><Relationship Type="http://schemas.openxmlformats.org/officeDocument/2006/relationships/slideLayout" Target="/ppt/slideLayouts/slideLayout69.xml" Id="rId6" /><Relationship Type="http://schemas.openxmlformats.org/officeDocument/2006/relationships/slideLayout" Target="/ppt/slideLayouts/slideLayout1110.xml" Id="rId11" /><Relationship Type="http://schemas.openxmlformats.org/officeDocument/2006/relationships/slideLayout" Target="/ppt/slideLayouts/slideLayout51.xml" Id="rId5" /><Relationship Type="http://schemas.openxmlformats.org/officeDocument/2006/relationships/theme" Target="/ppt/theme/theme12.xml" Id="rId15" /><Relationship Type="http://schemas.openxmlformats.org/officeDocument/2006/relationships/slideLayout" Target="/ppt/slideLayouts/slideLayout1011.xml" Id="rId10" /><Relationship Type="http://schemas.openxmlformats.org/officeDocument/2006/relationships/slideLayout" Target="/ppt/slideLayouts/slideLayout412.xml" Id="rId4" /><Relationship Type="http://schemas.openxmlformats.org/officeDocument/2006/relationships/slideLayout" Target="/ppt/slideLayouts/slideLayout913.xml" Id="rId9" /><Relationship Type="http://schemas.openxmlformats.org/officeDocument/2006/relationships/slideLayout" Target="/ppt/slideLayouts/slideLayout1414.xml" Id="rId1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pt-BR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&#65279;<?xml version="1.0" encoding="utf-8"?><Relationships xmlns="http://schemas.openxmlformats.org/package/2006/relationships"><Relationship Type="http://schemas.openxmlformats.org/officeDocument/2006/relationships/notesSlide" Target="/ppt/notesSlides/notesSlide19.xml" Id="rId2" /><Relationship Type="http://schemas.openxmlformats.org/officeDocument/2006/relationships/slideLayout" Target="/ppt/slideLayouts/slideLayout18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notesSlide" Target="/ppt/notesSlides/notesSlide27.xml" Id="rId2" /><Relationship Type="http://schemas.openxmlformats.org/officeDocument/2006/relationships/slideLayout" Target="/ppt/slideLayouts/slideLayout34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notesSlide" Target="/ppt/notesSlides/notesSlide33.xml" Id="rId2" /><Relationship Type="http://schemas.openxmlformats.org/officeDocument/2006/relationships/slideLayout" Target="/ppt/slideLayouts/slideLayout412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72.jpg" Id="rId3" /><Relationship Type="http://schemas.openxmlformats.org/officeDocument/2006/relationships/notesSlide" Target="/ppt/notesSlides/notesSlide41.xml" Id="rId2" /><Relationship Type="http://schemas.openxmlformats.org/officeDocument/2006/relationships/slideLayout" Target="/ppt/slideLayouts/slideLayout51.xml" Id="rId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notesSlide" Target="/ppt/notesSlides/notesSlide78.xml" Id="rId2" /><Relationship Type="http://schemas.openxmlformats.org/officeDocument/2006/relationships/slideLayout" Target="/ppt/slideLayouts/slideLayout82.xml" Id="rId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notesSlide" Target="/ppt/notesSlides/notesSlide84.xml" Id="rId2" /><Relationship Type="http://schemas.openxmlformats.org/officeDocument/2006/relationships/slideLayout" Target="/ppt/slideLayouts/slideLayout913.xml" Id="rId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image" Target="/ppt/media/image84.jpeg" Id="rId3" /><Relationship Type="http://schemas.openxmlformats.org/officeDocument/2006/relationships/notesSlide" Target="/ppt/notesSlides/notesSlide92.xml" Id="rId2" /><Relationship Type="http://schemas.openxmlformats.org/officeDocument/2006/relationships/slideLayout" Target="/ppt/slideLayouts/slideLayout1011.xml" Id="rId1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notesSlide" Target="/ppt/notesSlides/notesSlide126.xml" Id="rId2" /><Relationship Type="http://schemas.openxmlformats.org/officeDocument/2006/relationships/slideLayout" Target="/ppt/slideLayouts/slideLayout133.xml" Id="rId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notesSlide" Target="/ppt/notesSlides/notesSlide135.xml" Id="rId2" /><Relationship Type="http://schemas.openxmlformats.org/officeDocument/2006/relationships/slideLayout" Target="/ppt/slideLayouts/slideLayout1414.xml" Id="rId1" /></Relationships>
</file>

<file path=ppt/slides/_rels/slide512.xml.rels>&#65279;<?xml version="1.0" encoding="utf-8"?><Relationships xmlns="http://schemas.openxmlformats.org/package/2006/relationships"><Relationship Type="http://schemas.openxmlformats.org/officeDocument/2006/relationships/notesSlide" Target="/ppt/notesSlides/notesSlide512.xml" Id="rId2" /><Relationship Type="http://schemas.openxmlformats.org/officeDocument/2006/relationships/slideLayout" Target="/ppt/slideLayouts/slideLayout69.xml" Id="rId1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notesSlide" Target="/ppt/notesSlides/notesSlide611.xml" Id="rId2" /><Relationship Type="http://schemas.openxmlformats.org/officeDocument/2006/relationships/slideLayout" Target="/ppt/slideLayouts/slideLayout75.xml" Id="rId1" /></Relationships>
</file>

<file path=ppt/slides/_rels/slide1013.xml.rels>&#65279;<?xml version="1.0" encoding="utf-8"?><Relationships xmlns="http://schemas.openxmlformats.org/package/2006/relationships"><Relationship Type="http://schemas.openxmlformats.org/officeDocument/2006/relationships/notesSlide" Target="/ppt/notesSlides/notesSlide1013.xml" Id="rId2" /><Relationship Type="http://schemas.openxmlformats.org/officeDocument/2006/relationships/slideLayout" Target="/ppt/slideLayouts/slideLayout1110.xml" Id="rId1" /></Relationships>
</file>

<file path=ppt/slides/_rels/slide1110.xml.rels>&#65279;<?xml version="1.0" encoding="utf-8"?><Relationships xmlns="http://schemas.openxmlformats.org/package/2006/relationships"><Relationship Type="http://schemas.openxmlformats.org/officeDocument/2006/relationships/notesSlide" Target="/ppt/notesSlides/notesSlide1110.xml" Id="rId2" /><Relationship Type="http://schemas.openxmlformats.org/officeDocument/2006/relationships/slideLayout" Target="/ppt/slideLayouts/slideLayout126.xml" Id="rId1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pt-BR"/>
            </a:defPPr>
          </a:lstStyle>
          <a:p>
            <a:pPr rtl="0"/>
            <a:r>
              <a:rPr lang="pt-BR" dirty="0"/>
              <a:t>APRESENTAÇÃO</a:t>
            </a:r>
          </a:p>
        </p:txBody>
      </p:sp>
      <p:sp>
        <p:nvSpPr>
          <p:cNvPr id="9" name="Subtítulo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BÁSICA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rtlCol="0" anchor="t"/>
          <a:lstStyle>
            <a:defPPr>
              <a:defRPr lang="pt-BR"/>
            </a:defPPr>
          </a:lstStyle>
          <a:p>
            <a:pPr rtl="0"/>
            <a:r>
              <a:rPr lang="pt-BR"/>
              <a:t>Introdução</a:t>
            </a:r>
          </a:p>
          <a:p>
            <a:pPr rtl="0"/>
            <a:r>
              <a:rPr lang="pt-BR"/>
              <a:t>Criando confiança</a:t>
            </a:r>
          </a:p>
          <a:p>
            <a:pPr rtl="0"/>
            <a:r>
              <a:rPr lang="pt-BR"/>
              <a:t>Envolvendo o público</a:t>
            </a:r>
          </a:p>
          <a:p>
            <a:pPr rtl="0"/>
            <a:r>
              <a:rPr lang="pt-BR"/>
              <a:t>Recursos visuais</a:t>
            </a:r>
          </a:p>
          <a:p>
            <a:pPr rtl="0"/>
            <a:r>
              <a:rPr lang="pt-BR"/>
              <a:t>Dicas e conclusões finais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PODER DA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COMUNICAÇÃO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SUPERANDO O 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NERVOSISMO</a:t>
            </a:r>
          </a:p>
        </p:txBody>
      </p:sp>
      <p:pic>
        <p:nvPicPr>
          <p:cNvPr id="8" name="Espaço Reservado para Imagem 7" descr="Espirais azul e púrpura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TÉCNICAS EFICAZES DE ENTREGA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Essa é uma ferramenta poderosa para falar em público. Envolve variação de timbre, tom e volume para transmitir emoções, enfatizar pontos importantes e manter o interesse.</a:t>
            </a:r>
          </a:p>
          <a:p>
            <a:pPr lvl="1" rtl="0"/>
            <a:r>
              <a:rPr lang="pt-BR" dirty="0"/>
              <a:t>Variação do timbre</a:t>
            </a:r>
          </a:p>
          <a:p>
            <a:pPr lvl="1" rtl="0"/>
            <a:r>
              <a:rPr lang="pt-BR" dirty="0"/>
              <a:t>Inflexão do tom</a:t>
            </a:r>
          </a:p>
          <a:p>
            <a:pPr lvl="1" rtl="0"/>
            <a:r>
              <a:rPr lang="pt-BR" dirty="0"/>
              <a:t>Controle de volume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Uma linguagem corporal eficaz aprimora sua mensagem, tornando-a mais impactante e memorável.</a:t>
            </a:r>
          </a:p>
          <a:p>
            <a:pPr lvl="1" rtl="0"/>
            <a:r>
              <a:rPr lang="pt-BR" dirty="0"/>
              <a:t>Contato visual significativo</a:t>
            </a:r>
          </a:p>
          <a:p>
            <a:pPr lvl="1" rtl="0"/>
            <a:r>
              <a:rPr lang="pt-BR" dirty="0"/>
              <a:t>Gestos intencionais</a:t>
            </a:r>
          </a:p>
          <a:p>
            <a:pPr lvl="1" rtl="0"/>
            <a:r>
              <a:rPr lang="pt-BR" dirty="0"/>
              <a:t>Manter uma boa postura</a:t>
            </a:r>
          </a:p>
          <a:p>
            <a:pPr lvl="1" rtl="0"/>
            <a:r>
              <a:rPr lang="pt-BR" dirty="0"/>
              <a:t>Controle suas expressões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NAVEGANDO PELAS SESSÕES DE PERGUNTAS E RESPOSTAS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Conheça seu material com antecedência</a:t>
            </a:r>
          </a:p>
          <a:p>
            <a:pPr rtl="0"/>
            <a:r>
              <a:rPr lang="pt-BR" dirty="0"/>
              <a:t>Preveja perguntas comuns</a:t>
            </a:r>
          </a:p>
          <a:p>
            <a:pPr rtl="0"/>
            <a:r>
              <a:rPr lang="pt-BR" dirty="0"/>
              <a:t>Ensaie suas respostas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Mantendo a compostura durante a sessão de perguntas e respostas é essencial para projetar confiança e autoridade. Considere as seguintes dicas para manter a compostura:</a:t>
            </a:r>
          </a:p>
          <a:p>
            <a:pPr lvl="1" rtl="0"/>
            <a:r>
              <a:rPr lang="pt-BR" dirty="0"/>
              <a:t>Fique tranquilo</a:t>
            </a:r>
          </a:p>
          <a:p>
            <a:pPr lvl="1" rtl="0"/>
            <a:r>
              <a:rPr lang="pt-BR" dirty="0"/>
              <a:t>Ouça ativamente</a:t>
            </a:r>
          </a:p>
          <a:p>
            <a:pPr lvl="1" rtl="0"/>
            <a:r>
              <a:rPr lang="pt-BR" dirty="0"/>
              <a:t>Pause e reflita</a:t>
            </a:r>
          </a:p>
          <a:p>
            <a:pPr lvl="1" rtl="0"/>
            <a:r>
              <a:rPr lang="pt-BR" dirty="0"/>
              <a:t>Mantenha contato visual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IMPACTO AO FALAR</a:t>
            </a:r>
          </a:p>
        </p:txBody>
      </p:sp>
      <p:pic>
        <p:nvPicPr>
          <p:cNvPr id="6" name="Espaço Reservado para Imagem 5" descr="Uma espiral azul e púrpura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Sua capacidade de se comunicar efetivamente deixará um impacto duradouro no seu público</a:t>
            </a:r>
          </a:p>
          <a:p>
            <a:pPr rtl="0"/>
            <a:r>
              <a:rPr lang="pt-BR"/>
              <a:t>A comunicação eficaz envolve não apenas a transmissão de uma mensagem, mas também a ressonância com as experiências, os valores e as emoções de quem está ouvindo 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MÉTRICAS DE PARTICIPAÇÃO DE FALA</a:t>
            </a:r>
          </a:p>
        </p:txBody>
      </p:sp>
      <p:graphicFrame>
        <p:nvGraphicFramePr>
          <p:cNvPr id="5" name="Espaço Reservado para Tabela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FATOR DE IMPACTO</a:t>
                      </a:r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MEDIÇÃO</a:t>
                      </a:r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META</a:t>
                      </a:r>
                      <a:endParaRPr lang="pt-BR" b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ALCANÇADO</a:t>
                      </a:r>
                      <a:endParaRPr lang="pt-BR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Interação com 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Retenção de conhecimento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Pesquisas pós-apresentação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Classificação média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Taxa de referência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Oportunidades de colaboração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Nº de oportunidades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Mirjam Nilsson​</a:t>
            </a:r>
          </a:p>
          <a:p>
            <a:pPr rtl="0"/>
            <a:r>
              <a:rPr lang="pt-BR"/>
              <a:t>206-555-0146</a:t>
            </a:r>
          </a:p>
          <a:p>
            <a:pPr rtl="0"/>
            <a:r>
              <a:rPr lang="pt-BR"/>
              <a:t>lara@contoso.com</a:t>
            </a:r>
          </a:p>
          <a:p>
            <a:pPr rtl="0"/>
            <a:r>
              <a:rPr lang="pt-BR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ENVOLVENDO A AUDIÊNCIA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412117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Faça contato visual com a audiência para criar uma sensação de intimidade e envolvimento</a:t>
            </a:r>
          </a:p>
          <a:p>
            <a:pPr rtl="0"/>
            <a:r>
              <a:rPr lang="pt-BR" dirty="0"/>
              <a:t>Inclua histórias que possam ser relacionadas em sua apresentação usando narrativas que tornem sua mensagem memorável e impactante</a:t>
            </a:r>
          </a:p>
          <a:p>
            <a:pPr rtl="0"/>
            <a:r>
              <a:rPr lang="pt-BR" dirty="0"/>
              <a:t>Incentive perguntas e forneça respostas cuidadosas para aprimorar a participação do público</a:t>
            </a:r>
          </a:p>
          <a:p>
            <a:pPr rtl="0"/>
            <a:r>
              <a:rPr lang="pt-BR" dirty="0"/>
              <a:t>Use votações ou pesquisas ao vivo para coletar opiniões do público, promovendo o envolvimento e garantindo que o público se sinta envolvido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defPPr>
              <a:defRPr lang="pt-BR"/>
            </a:defPPr>
          </a:lstStyle>
          <a:p>
            <a:pPr rtl="0">
              <a:lnSpc>
                <a:spcPct val="120000"/>
              </a:lnSpc>
            </a:pPr>
            <a:r>
              <a:rPr lang="pt-BR" dirty="0"/>
              <a:t>SELEÇÃO DE </a:t>
            </a:r>
            <a:br>
              <a:rPr lang="pt-BR" dirty="0"/>
            </a:br>
            <a:r>
              <a:rPr lang="pt-BR" dirty="0"/>
              <a:t>AUXÍLIOS VISUAIS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APRIMORANDO SUA 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 rtlCol="0"/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 noProof="0" dirty="0"/>
              <a:t>ENTREGA </a:t>
            </a:r>
            <a:br>
              <a:rPr lang="pt-BR" noProof="0" dirty="0"/>
            </a:br>
            <a:r>
              <a:rPr lang="pt-BR" noProof="0" dirty="0"/>
              <a:t>DINÂMICA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Aprenda a infundir energia em sua apresentação para deixar uma impressão duradoura</a:t>
            </a:r>
          </a:p>
          <a:p>
            <a:pPr rtl="0"/>
            <a:r>
              <a:rPr lang="pt-BR" dirty="0"/>
              <a:t>Um dos objetivos de uma comunicação eficaz é motivar seu público</a:t>
            </a:r>
          </a:p>
        </p:txBody>
      </p:sp>
      <p:graphicFrame>
        <p:nvGraphicFramePr>
          <p:cNvPr id="5" name="Espaço Reservado para Tabela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3256565176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6128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7139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138334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434584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MÉTRICA</a:t>
                      </a:r>
                      <a:endParaRPr lang="pt-BR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MEDIÇÃO</a:t>
                      </a:r>
                      <a:endParaRPr lang="pt-BR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META</a:t>
                      </a:r>
                      <a:endParaRPr lang="pt-BR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REAL</a:t>
                      </a:r>
                      <a:endParaRPr lang="pt-BR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Participação do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Nº de participantes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Duração do compromisso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Minutos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Interação de P e 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Nº de perguntas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Comentários positivos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Taxa de retenção de informações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pt-B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pt-BR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DICAS E CONCLUSÕES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Prática consistente</a:t>
            </a:r>
          </a:p>
          <a:p>
            <a:pPr lvl="1" rtl="0"/>
            <a:r>
              <a:rPr lang="pt-BR" dirty="0"/>
              <a:t>Fortaleça sua familiaridade</a:t>
            </a:r>
          </a:p>
          <a:p>
            <a:pPr rtl="0"/>
            <a:r>
              <a:rPr lang="pt-BR" dirty="0"/>
              <a:t>Refine o estilo da entrega</a:t>
            </a:r>
          </a:p>
          <a:p>
            <a:pPr lvl="1" rtl="0"/>
            <a:r>
              <a:rPr lang="pt-BR" dirty="0"/>
              <a:t>Ritmo, tom e ênfase</a:t>
            </a:r>
          </a:p>
          <a:p>
            <a:pPr rtl="0"/>
            <a:r>
              <a:rPr lang="pt-BR" dirty="0"/>
              <a:t>Intervalo e transições</a:t>
            </a:r>
          </a:p>
          <a:p>
            <a:pPr lvl="1" rtl="0"/>
            <a:r>
              <a:rPr lang="pt-BR" dirty="0"/>
              <a:t>Busque uma apresentação perfeita e profissional</a:t>
            </a:r>
          </a:p>
          <a:p>
            <a:pPr rtl="0"/>
            <a:r>
              <a:rPr lang="pt-BR" dirty="0"/>
              <a:t>Audiência de prática</a:t>
            </a:r>
          </a:p>
          <a:p>
            <a:pPr lvl="1" rtl="0"/>
            <a:r>
              <a:rPr lang="pt-BR" dirty="0"/>
              <a:t>Peça aos colegas que ouçam e forneçam comentários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Busque comentários</a:t>
            </a:r>
          </a:p>
          <a:p>
            <a:pPr rtl="0"/>
            <a:r>
              <a:rPr lang="pt-BR" dirty="0"/>
              <a:t>Reflita sobre o desempenho</a:t>
            </a:r>
          </a:p>
          <a:p>
            <a:pPr rtl="0"/>
            <a:r>
              <a:rPr lang="pt-BR" dirty="0"/>
              <a:t>Explore novas técnicas</a:t>
            </a:r>
          </a:p>
          <a:p>
            <a:pPr rtl="0"/>
            <a:r>
              <a:rPr lang="pt-BR" dirty="0"/>
              <a:t>Defina metas pessoais</a:t>
            </a:r>
          </a:p>
          <a:p>
            <a:pPr rtl="0"/>
            <a:r>
              <a:rPr lang="pt-BR" dirty="0"/>
              <a:t>Iterar e adaptar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theme/theme12.xml><?xml version="1.0" encoding="utf-8"?>
<a:theme xmlns:a="http://schemas.openxmlformats.org/drawingml/2006/main" name="Personalizado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3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14</ap:TotalTime>
  <ap:Words>475</ap:Words>
  <ap:PresentationFormat>Widescreen</ap:PresentationFormat>
  <ap:Paragraphs>133</ap:Paragraphs>
  <ap:Slides>13</ap:Slides>
  <ap:Notes>13</ap:Notes>
  <ap:HiddenSlides>0</ap:HiddenSlides>
  <ap:MMClips>0</ap:MMClips>
  <ap:ScaleCrop>false</ap:ScaleCrop>
  <ap:HeadingPairs>
    <vt:vector baseType="variant" size="6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ap:HeadingPairs>
  <ap:TitlesOfParts>
    <vt:vector baseType="lpstr" size="18">
      <vt:lpstr>Arial</vt:lpstr>
      <vt:lpstr>Arial Nova</vt:lpstr>
      <vt:lpstr>Biome</vt:lpstr>
      <vt:lpstr>Calibri</vt:lpstr>
      <vt:lpstr>Personalizado</vt:lpstr>
      <vt:lpstr>APRESENTAÇÃO</vt:lpstr>
      <vt:lpstr>Agenda</vt:lpstr>
      <vt:lpstr>O PODER DA</vt:lpstr>
      <vt:lpstr>SUPERANDO O </vt:lpstr>
      <vt:lpstr>ENVOLVENDO A AUDIÊNCIA</vt:lpstr>
      <vt:lpstr>SELEÇÃO DE  AUXÍLIOS VISUAIS</vt:lpstr>
      <vt:lpstr>TÉCNICAS EFICAZES DE ENTREGA</vt:lpstr>
      <vt:lpstr>NAVEGANDO PELAS SESSÕES DE PERGUNTAS E RESPOSTAS</vt:lpstr>
      <vt:lpstr>IMPACTO AO FALAR</vt:lpstr>
      <vt:lpstr>ENTREGA  DINÂMICA</vt:lpstr>
      <vt:lpstr>DICAS E CONCLUSÕES FINAIS</vt:lpstr>
      <vt:lpstr>MÉTRICAS DE PARTICIPAÇÃO DE FALA</vt:lpstr>
      <vt:lpstr>OBRIGADO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2024-01-05T14:58:10Z</dcterms:created>
  <dcterms:modified xsi:type="dcterms:W3CDTF">2024-03-12T07:52:04Z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