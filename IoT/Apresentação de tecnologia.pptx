
<file path=[Content_Types].xml><?xml version="1.0" encoding="utf-8"?>
<Types xmlns="http://schemas.openxmlformats.org/package/2006/content-types">
  <Default Extension="xml" ContentType="application/vnd.openxmlformats-officedocument.extended-properties+xml"/>
  <Default Extension="rels" ContentType="application/vnd.openxmlformats-package.relationships+xml"/>
  <Default Extension="png" ContentType="image/png"/>
  <Default Extension="jpeg" ContentType="image/jpeg"/>
  <Default Extension="svg" ContentType="image/svg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notesMasters/notesMaster11.xml" ContentType="application/vnd.openxmlformats-officedocument.presentationml.notesMaster+xml"/>
  <Override PartName="/ppt/theme/theme21.xml" ContentType="application/vnd.openxmlformats-officedocument.theme+xml"/>
  <Override PartName="/ppt/slideLayouts/slideLayout41.xml" ContentType="application/vnd.openxmlformats-officedocument.presentationml.slideLayout+xml"/>
  <Override PartName="/ppt/slideMasters/slideMaster11.xml" ContentType="application/vnd.openxmlformats-officedocument.presentationml.slideMaster+xml"/>
  <Override PartName="/ppt/slideLayouts/slideLayout8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1611.xml" ContentType="application/vnd.openxmlformats-officedocument.presentationml.slideLayout+xml"/>
  <Override PartName="/ppt/slideLayouts/slideLayout20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614.xml" ContentType="application/vnd.openxmlformats-officedocument.presentationml.slideLayout+xml"/>
  <Override PartName="/ppt/slideLayouts/slideLayout1115.xml" ContentType="application/vnd.openxmlformats-officedocument.presentationml.slideLayout+xml"/>
  <Override PartName="/ppt/slideLayouts/slideLayout516.xml" ContentType="application/vnd.openxmlformats-officedocument.presentationml.slideLayout+xml"/>
  <Override PartName="/ppt/slideLayouts/slideLayout1517.xml" ContentType="application/vnd.openxmlformats-officedocument.presentationml.slideLayout+xml"/>
  <Override PartName="/ppt/slideLayouts/slideLayout1018.xml" ContentType="application/vnd.openxmlformats-officedocument.presentationml.slideLayout+xml"/>
  <Override PartName="/ppt/slideLayouts/slideLayout1919.xml" ContentType="application/vnd.openxmlformats-officedocument.presentationml.slideLayout+xml"/>
  <Override PartName="/ppt/slideLayouts/slideLayout920.xml" ContentType="application/vnd.openxmlformats-officedocument.presentationml.slideLayout+xml"/>
  <Override PartName="/ppt/slideLayouts/slideLayout1421.xml" ContentType="application/vnd.openxmlformats-officedocument.presentationml.slideLayout+xml"/>
  <Override PartName="/ppt/theme/theme12.xml" ContentType="application/vnd.openxmlformats-officedocument.them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presProps.xml" ContentType="application/vnd.openxmlformats-officedocument.presentationml.presProps+xml"/>
  <Override PartName="/customXml/item3.xml" ContentType="application/xml"/>
  <Override PartName="/customXml/itemProps31.xml" ContentType="application/vnd.openxmlformats-officedocument.customXmlProperties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handoutMasters/handoutMaster11.xml" ContentType="application/vnd.openxmlformats-officedocument.presentationml.handoutMaster+xml"/>
  <Override PartName="/ppt/theme/theme33.xml" ContentType="application/vnd.openxmlformats-officedocument.theme+xml"/>
  <Override PartName="/customXml/item22.xml" ContentType="application/xml"/>
  <Override PartName="/customXml/itemProps22.xml" ContentType="application/vnd.openxmlformats-officedocument.customXmlProperties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tableStyles.xml" ContentType="application/vnd.openxmlformats-officedocument.presentationml.tableStyles+xml"/>
  <Override PartName="/customXml/item13.xml" ContentType="application/xml"/>
  <Override PartName="/customXml/itemProps13.xml" ContentType="application/vnd.openxmlformats-officedocument.customXmlProperties+xml"/>
  <Override PartName="/ppt/slides/slide210.xml" ContentType="application/vnd.openxmlformats-officedocument.presentationml.slide+xml"/>
  <Override PartName="/ppt/notesSlides/notesSlide210.xml" ContentType="application/vnd.openxmlformats-officedocument.presentationml.notesSlide+xml"/>
  <Override PartName="/ppt/slides/slide711.xml" ContentType="application/vnd.openxmlformats-officedocument.presentationml.slide+xml"/>
  <Override PartName="/ppt/notesSlides/notesSlide7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13.xml" ContentType="application/vnd.openxmlformats-officedocument.presentationml.slide+xml"/>
  <Override PartName="/ppt/notesSlides/notesSlide1113.xml" ContentType="application/vnd.openxmlformats-officedocument.presentationml.notesSlide+xml"/>
  <Override PartName="/ppt/slides/slide1914.xml" ContentType="application/vnd.openxmlformats-officedocument.presentationml.slide+xml"/>
  <Override PartName="/ppt/notesSlides/notesSlide1914.xml" ContentType="application/vnd.openxmlformats-officedocument.presentationml.notesSlide+xml"/>
  <Override PartName="/ppt/slides/slide615.xml" ContentType="application/vnd.openxmlformats-officedocument.presentationml.slide+xml"/>
  <Override PartName="/ppt/notesSlides/notesSlide615.xml" ContentType="application/vnd.openxmlformats-officedocument.presentationml.notesSlide+xml"/>
  <Override PartName="/ppt/slides/slide1516.xml" ContentType="application/vnd.openxmlformats-officedocument.presentationml.slide+xml"/>
  <Override PartName="/ppt/notesSlides/notesSlide1516.xml" ContentType="application/vnd.openxmlformats-officedocument.presentationml.notesSlide+xml"/>
  <Override PartName="/ppt/slides/slide517.xml" ContentType="application/vnd.openxmlformats-officedocument.presentationml.slide+xml"/>
  <Override PartName="/ppt/notesSlides/notesSlide517.xml" ContentType="application/vnd.openxmlformats-officedocument.presentationml.notesSlide+xml"/>
  <Override PartName="/ppt/slides/slide1018.xml" ContentType="application/vnd.openxmlformats-officedocument.presentationml.slide+xml"/>
  <Override PartName="/ppt/notesSlides/notesSlide1018.xml" ContentType="application/vnd.openxmlformats-officedocument.presentationml.notesSlide+xml"/>
  <Override PartName="/ppt/slides/slide1819.xml" ContentType="application/vnd.openxmlformats-officedocument.presentationml.slide+xml"/>
  <Override PartName="/ppt/notesSlides/notesSlide1819.xml" ContentType="application/vnd.openxmlformats-officedocument.presentationml.notesSlide+xml"/>
  <Override PartName="/ppt/viewProps.xml" ContentType="application/vnd.openxmlformats-officedocument.presentationml.viewProps+xml"/>
  <Override PartName="/ppt/authors.xml" ContentType="application/vnd.ms-powerpoint.authors+xml"/>
  <Override PartName="/docMetadata/LabelInfo.xml" ContentType="application/vnd.ms-office.classificationlabel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/docProps/app.xml" Id="rId3" /><Relationship Type="http://schemas.openxmlformats.org/package/2006/relationships/metadata/core-properties" Target="/docProps/core.xml" Id="rId2" /><Relationship Type="http://schemas.openxmlformats.org/officeDocument/2006/relationships/officeDocument" Target="/ppt/presentation.xml" Id="rId1" /><Relationship Type="http://schemas.microsoft.com/office/2020/02/relationships/classificationlabels" Target="/docMetadata/LabelInfo.xml" Id="rId5" /><Relationship Type="http://schemas.openxmlformats.org/officeDocument/2006/relationships/custom-properties" Target="/docProps/custom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56" r:id="rId5"/>
    <p:sldId id="257" r:id="rId6"/>
    <p:sldId id="258" r:id="rId7"/>
    <p:sldId id="259" r:id="rId8"/>
    <p:sldId id="260" r:id="rId9"/>
    <p:sldId id="278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0" r:id="rId18"/>
    <p:sldId id="271" r:id="rId19"/>
    <p:sldId id="272" r:id="rId20"/>
    <p:sldId id="273" r:id="rId21"/>
    <p:sldId id="275" r:id="rId22"/>
    <p:sldId id="276" r:id="rId23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DC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9" autoAdjust="0"/>
    <p:restoredTop sz="94641" autoAdjust="0"/>
  </p:normalViewPr>
  <p:slideViewPr>
    <p:cSldViewPr snapToGrid="0">
      <p:cViewPr varScale="1">
        <p:scale>
          <a:sx n="101" d="100"/>
          <a:sy n="101" d="100"/>
        </p:scale>
        <p:origin x="114" y="516"/>
      </p:cViewPr>
      <p:guideLst/>
    </p:cSldViewPr>
  </p:slideViewPr>
  <p:outlineViewPr>
    <p:cViewPr>
      <p:scale>
        <a:sx n="33" d="100"/>
        <a:sy n="33" d="100"/>
      </p:scale>
      <p:origin x="0" y="-21773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0" d="100"/>
          <a:sy n="80" d="100"/>
        </p:scale>
        <p:origin x="3156" y="90"/>
      </p:cViewPr>
      <p:guideLst/>
    </p:cSldViewPr>
  </p:notes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41.xml" Id="rId8" /><Relationship Type="http://schemas.openxmlformats.org/officeDocument/2006/relationships/slide" Target="/ppt/slides/slide92.xml" Id="rId13" /><Relationship Type="http://schemas.openxmlformats.org/officeDocument/2006/relationships/slide" Target="/ppt/slides/slide143.xml" Id="rId18" /><Relationship Type="http://schemas.openxmlformats.org/officeDocument/2006/relationships/presProps" Target="/ppt/presProps.xml" Id="rId26" /><Relationship Type="http://schemas.openxmlformats.org/officeDocument/2006/relationships/customXml" Target="/customXml/item3.xml" Id="rId3" /><Relationship Type="http://schemas.openxmlformats.org/officeDocument/2006/relationships/slide" Target="/ppt/slides/slide174.xml" Id="rId21" /><Relationship Type="http://schemas.openxmlformats.org/officeDocument/2006/relationships/slide" Target="/ppt/slides/slide35.xml" Id="rId7" /><Relationship Type="http://schemas.openxmlformats.org/officeDocument/2006/relationships/slide" Target="/ppt/slides/slide86.xml" Id="rId12" /><Relationship Type="http://schemas.openxmlformats.org/officeDocument/2006/relationships/slide" Target="/ppt/slides/slide137.xml" Id="rId17" /><Relationship Type="http://schemas.openxmlformats.org/officeDocument/2006/relationships/handoutMaster" Target="/ppt/handoutMasters/handoutMaster11.xml" Id="rId25" /><Relationship Type="http://schemas.openxmlformats.org/officeDocument/2006/relationships/customXml" Target="/customXml/item22.xml" Id="rId2" /><Relationship Type="http://schemas.openxmlformats.org/officeDocument/2006/relationships/slide" Target="/ppt/slides/slide128.xml" Id="rId16" /><Relationship Type="http://schemas.openxmlformats.org/officeDocument/2006/relationships/slide" Target="/ppt/slides/slide169.xml" Id="rId20" /><Relationship Type="http://schemas.openxmlformats.org/officeDocument/2006/relationships/tableStyles" Target="/ppt/tableStyles.xml" Id="rId29" /><Relationship Type="http://schemas.openxmlformats.org/officeDocument/2006/relationships/customXml" Target="/customXml/item13.xml" Id="rId1" /><Relationship Type="http://schemas.openxmlformats.org/officeDocument/2006/relationships/slide" Target="/ppt/slides/slide210.xml" Id="rId6" /><Relationship Type="http://schemas.openxmlformats.org/officeDocument/2006/relationships/slide" Target="/ppt/slides/slide711.xml" Id="rId11" /><Relationship Type="http://schemas.openxmlformats.org/officeDocument/2006/relationships/notesMaster" Target="/ppt/notesMasters/notesMaster11.xml" Id="rId24" /><Relationship Type="http://schemas.openxmlformats.org/officeDocument/2006/relationships/slide" Target="/ppt/slides/slide112.xml" Id="rId5" /><Relationship Type="http://schemas.openxmlformats.org/officeDocument/2006/relationships/slide" Target="/ppt/slides/slide1113.xml" Id="rId15" /><Relationship Type="http://schemas.openxmlformats.org/officeDocument/2006/relationships/slide" Target="/ppt/slides/slide1914.xml" Id="rId23" /><Relationship Type="http://schemas.openxmlformats.org/officeDocument/2006/relationships/theme" Target="/ppt/theme/theme12.xml" Id="rId28" /><Relationship Type="http://schemas.openxmlformats.org/officeDocument/2006/relationships/slide" Target="/ppt/slides/slide615.xml" Id="rId10" /><Relationship Type="http://schemas.openxmlformats.org/officeDocument/2006/relationships/slide" Target="/ppt/slides/slide1516.xml" Id="rId19" /><Relationship Type="http://schemas.openxmlformats.org/officeDocument/2006/relationships/slideMaster" Target="/ppt/slideMasters/slideMaster11.xml" Id="rId4" /><Relationship Type="http://schemas.openxmlformats.org/officeDocument/2006/relationships/slide" Target="/ppt/slides/slide517.xml" Id="rId9" /><Relationship Type="http://schemas.openxmlformats.org/officeDocument/2006/relationships/slide" Target="/ppt/slides/slide1018.xml" Id="rId14" /><Relationship Type="http://schemas.openxmlformats.org/officeDocument/2006/relationships/slide" Target="/ppt/slides/slide1819.xml" Id="rId22" /><Relationship Type="http://schemas.openxmlformats.org/officeDocument/2006/relationships/viewProps" Target="/ppt/viewProps.xml" Id="rId27" /><Relationship Type="http://schemas.microsoft.com/office/2018/10/relationships/authors" Target="/ppt/authors.xml" Id="rId30" /></Relationships>
</file>

<file path=ppt/handoutMasters/_rels/handoutMaster11.xml.rels>&#65279;<?xml version="1.0" encoding="utf-8"?><Relationships xmlns="http://schemas.openxmlformats.org/package/2006/relationships"><Relationship Type="http://schemas.openxmlformats.org/officeDocument/2006/relationships/theme" Target="/ppt/theme/theme33.xml" Id="rId1" /></Relationships>
</file>

<file path=ppt/handoutMasters/handoutMaster1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7D1A5C42-4636-4A6A-9001-CA7CD97B08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CC57720-6EA2-4C0E-AB19-0A22BCDB83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E5E13E4-B3C2-4832-BA76-7DA69270CDD8}" type="datetime1">
              <a:rPr lang="pt-BR" smtClean="0"/>
              <a:t>22/10/2021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34AC616-D2D2-4742-9683-2A537932A1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6A7EE012-E187-4EEE-9C2F-2125BF40862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481155F-8354-4019-9356-1A95703B072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460597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1.xml.rels>&#65279;<?xml version="1.0" encoding="utf-8"?><Relationships xmlns="http://schemas.openxmlformats.org/package/2006/relationships"><Relationship Type="http://schemas.openxmlformats.org/officeDocument/2006/relationships/theme" Target="/ppt/theme/theme21.xml" Id="rId1" /></Relationships>
</file>

<file path=ppt/notesMasters/notesMaster1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87E8B82-0002-4787-A690-4F738A15444D}" type="datetime1">
              <a:rPr lang="pt-BR" noProof="0" smtClean="0"/>
              <a:t>22/10/2021</a:t>
            </a:fld>
            <a:endParaRPr lang="pt-BR" noProof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071D96E-4CA2-485E-9EE5-CEB7143ACC3B}" type="slidenum">
              <a:rPr lang="pt-BR" noProof="0" smtClean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5111850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Id2" /><Relationship Type="http://schemas.openxmlformats.org/officeDocument/2006/relationships/notesMaster" Target="/ppt/notesMasters/notesMaster11.xml" Id="rId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Id2" /><Relationship Type="http://schemas.openxmlformats.org/officeDocument/2006/relationships/notesMaster" Target="/ppt/notesMasters/notesMaster11.xml" Id="rId1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Id2" /><Relationship Type="http://schemas.openxmlformats.org/officeDocument/2006/relationships/notesMaster" Target="/ppt/notesMasters/notesMaster11.xml" Id="rId1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Id2" /><Relationship Type="http://schemas.openxmlformats.org/officeDocument/2006/relationships/notesMaster" Target="/ppt/notesMasters/notesMaster11.xml" Id="rId1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Id2" /><Relationship Type="http://schemas.openxmlformats.org/officeDocument/2006/relationships/notesMaster" Target="/ppt/notesMasters/notesMaster11.xml" Id="rId1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Id2" /><Relationship Type="http://schemas.openxmlformats.org/officeDocument/2006/relationships/notesMaster" Target="/ppt/notesMasters/notesMaster11.xml" Id="rId1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Id2" /><Relationship Type="http://schemas.openxmlformats.org/officeDocument/2006/relationships/notesMaster" Target="/ppt/notesMasters/notesMaster11.xml" Id="rId1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Id2" /><Relationship Type="http://schemas.openxmlformats.org/officeDocument/2006/relationships/notesMaster" Target="/ppt/notesMasters/notesMaster11.xml" Id="rId1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Id2" /><Relationship Type="http://schemas.openxmlformats.org/officeDocument/2006/relationships/notesMaster" Target="/ppt/notesMasters/notesMaster11.xml" Id="rId1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Id2" /><Relationship Type="http://schemas.openxmlformats.org/officeDocument/2006/relationships/notesMaster" Target="/ppt/notesMasters/notesMaster11.xml" Id="rId1" /></Relationships>
</file>

<file path=ppt/notesSlides/_rels/notesSlide210.xml.rels>&#65279;<?xml version="1.0" encoding="utf-8"?><Relationships xmlns="http://schemas.openxmlformats.org/package/2006/relationships"><Relationship Type="http://schemas.openxmlformats.org/officeDocument/2006/relationships/slide" Target="/ppt/slides/slide210.xml" Id="rId2" /><Relationship Type="http://schemas.openxmlformats.org/officeDocument/2006/relationships/notesMaster" Target="/ppt/notesMasters/notesMaster11.xml" Id="rId1" /></Relationships>
</file>

<file path=ppt/notesSlides/_rels/notesSlide517.xml.rels>&#65279;<?xml version="1.0" encoding="utf-8"?><Relationships xmlns="http://schemas.openxmlformats.org/package/2006/relationships"><Relationship Type="http://schemas.openxmlformats.org/officeDocument/2006/relationships/slide" Target="/ppt/slides/slide517.xml" Id="rId2" /><Relationship Type="http://schemas.openxmlformats.org/officeDocument/2006/relationships/notesMaster" Target="/ppt/notesMasters/notesMaster11.xml" Id="rId1" /></Relationships>
</file>

<file path=ppt/notesSlides/_rels/notesSlide615.xml.rels>&#65279;<?xml version="1.0" encoding="utf-8"?><Relationships xmlns="http://schemas.openxmlformats.org/package/2006/relationships"><Relationship Type="http://schemas.openxmlformats.org/officeDocument/2006/relationships/slide" Target="/ppt/slides/slide615.xml" Id="rId2" /><Relationship Type="http://schemas.openxmlformats.org/officeDocument/2006/relationships/notesMaster" Target="/ppt/notesMasters/notesMaster11.xml" Id="rId1" /></Relationships>
</file>

<file path=ppt/notesSlides/_rels/notesSlide711.xml.rels>&#65279;<?xml version="1.0" encoding="utf-8"?><Relationships xmlns="http://schemas.openxmlformats.org/package/2006/relationships"><Relationship Type="http://schemas.openxmlformats.org/officeDocument/2006/relationships/slide" Target="/ppt/slides/slide711.xml" Id="rId2" /><Relationship Type="http://schemas.openxmlformats.org/officeDocument/2006/relationships/notesMaster" Target="/ppt/notesMasters/notesMaster11.xml" Id="rId1" /></Relationships>
</file>

<file path=ppt/notesSlides/_rels/notesSlide1018.xml.rels>&#65279;<?xml version="1.0" encoding="utf-8"?><Relationships xmlns="http://schemas.openxmlformats.org/package/2006/relationships"><Relationship Type="http://schemas.openxmlformats.org/officeDocument/2006/relationships/slide" Target="/ppt/slides/slide1018.xml" Id="rId2" /><Relationship Type="http://schemas.openxmlformats.org/officeDocument/2006/relationships/notesMaster" Target="/ppt/notesMasters/notesMaster11.xml" Id="rId1" /></Relationships>
</file>

<file path=ppt/notesSlides/_rels/notesSlide1113.xml.rels>&#65279;<?xml version="1.0" encoding="utf-8"?><Relationships xmlns="http://schemas.openxmlformats.org/package/2006/relationships"><Relationship Type="http://schemas.openxmlformats.org/officeDocument/2006/relationships/slide" Target="/ppt/slides/slide1113.xml" Id="rId2" /><Relationship Type="http://schemas.openxmlformats.org/officeDocument/2006/relationships/notesMaster" Target="/ppt/notesMasters/notesMaster11.xml" Id="rId1" /></Relationships>
</file>

<file path=ppt/notesSlides/_rels/notesSlide1516.xml.rels>&#65279;<?xml version="1.0" encoding="utf-8"?><Relationships xmlns="http://schemas.openxmlformats.org/package/2006/relationships"><Relationship Type="http://schemas.openxmlformats.org/officeDocument/2006/relationships/slide" Target="/ppt/slides/slide1516.xml" Id="rId2" /><Relationship Type="http://schemas.openxmlformats.org/officeDocument/2006/relationships/notesMaster" Target="/ppt/notesMasters/notesMaster11.xml" Id="rId1" /></Relationships>
</file>

<file path=ppt/notesSlides/_rels/notesSlide1819.xml.rels>&#65279;<?xml version="1.0" encoding="utf-8"?><Relationships xmlns="http://schemas.openxmlformats.org/package/2006/relationships"><Relationship Type="http://schemas.openxmlformats.org/officeDocument/2006/relationships/slide" Target="/ppt/slides/slide1819.xml" Id="rId2" /><Relationship Type="http://schemas.openxmlformats.org/officeDocument/2006/relationships/notesMaster" Target="/ppt/notesMasters/notesMaster11.xml" Id="rId1" /></Relationships>
</file>

<file path=ppt/notesSlides/_rels/notesSlide1914.xml.rels>&#65279;<?xml version="1.0" encoding="utf-8"?><Relationships xmlns="http://schemas.openxmlformats.org/package/2006/relationships"><Relationship Type="http://schemas.openxmlformats.org/officeDocument/2006/relationships/slide" Target="/ppt/slides/slide1914.xml" Id="rId2" /><Relationship Type="http://schemas.openxmlformats.org/officeDocument/2006/relationships/notesMaster" Target="/ppt/notesMasters/notesMaster11.xml" Id="rId1" /></Relationship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5071D96E-4CA2-485E-9EE5-CEB7143ACC3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92689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5071D96E-4CA2-485E-9EE5-CEB7143ACC3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8035947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071D96E-4CA2-485E-9EE5-CEB7143ACC3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2897204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071D96E-4CA2-485E-9EE5-CEB7143ACC3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5541626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071D96E-4CA2-485E-9EE5-CEB7143ACC3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7540632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071D96E-4CA2-485E-9EE5-CEB7143ACC3B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131852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071D96E-4CA2-485E-9EE5-CEB7143ACC3B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5468319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071D96E-4CA2-485E-9EE5-CEB7143ACC3B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3876345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071D96E-4CA2-485E-9EE5-CEB7143ACC3B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8693640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071D96E-4CA2-485E-9EE5-CEB7143ACC3B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3409610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5071D96E-4CA2-485E-9EE5-CEB7143ACC3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544166"/>
      </p:ext>
    </p:extLst>
  </p:cSld>
  <p:clrMapOvr>
    <a:masterClrMapping/>
  </p:clrMapOvr>
</p:notes>
</file>

<file path=ppt/notesSlides/notesSlide5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071D96E-4CA2-485E-9EE5-CEB7143ACC3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2628514"/>
      </p:ext>
    </p:extLst>
  </p:cSld>
  <p:clrMapOvr>
    <a:masterClrMapping/>
  </p:clrMapOvr>
</p:notes>
</file>

<file path=ppt/notesSlides/notesSlide6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071D96E-4CA2-485E-9EE5-CEB7143ACC3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4917999"/>
      </p:ext>
    </p:extLst>
  </p:cSld>
  <p:clrMapOvr>
    <a:masterClrMapping/>
  </p:clrMapOvr>
</p:notes>
</file>

<file path=ppt/notesSlides/notesSlide7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071D96E-4CA2-485E-9EE5-CEB7143ACC3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9639682"/>
      </p:ext>
    </p:extLst>
  </p:cSld>
  <p:clrMapOvr>
    <a:masterClrMapping/>
  </p:clrMapOvr>
</p:notes>
</file>

<file path=ppt/notesSlides/notesSlide10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071D96E-4CA2-485E-9EE5-CEB7143ACC3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3479592"/>
      </p:ext>
    </p:extLst>
  </p:cSld>
  <p:clrMapOvr>
    <a:masterClrMapping/>
  </p:clrMapOvr>
</p:notes>
</file>

<file path=ppt/notesSlides/notesSlide1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071D96E-4CA2-485E-9EE5-CEB7143ACC3B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7570251"/>
      </p:ext>
    </p:extLst>
  </p:cSld>
  <p:clrMapOvr>
    <a:masterClrMapping/>
  </p:clrMapOvr>
</p:notes>
</file>

<file path=ppt/notesSlides/notesSlide15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071D96E-4CA2-485E-9EE5-CEB7143ACC3B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0620596"/>
      </p:ext>
    </p:extLst>
  </p:cSld>
  <p:clrMapOvr>
    <a:masterClrMapping/>
  </p:clrMapOvr>
</p:notes>
</file>

<file path=ppt/notesSlides/notesSlide18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071D96E-4CA2-485E-9EE5-CEB7143ACC3B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4399950"/>
      </p:ext>
    </p:extLst>
  </p:cSld>
  <p:clrMapOvr>
    <a:masterClrMapping/>
  </p:clrMapOvr>
</p:notes>
</file>

<file path=ppt/notesSlides/notesSlide19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071D96E-4CA2-485E-9EE5-CEB7143ACC3B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2428292"/>
      </p:ext>
    </p:extLst>
  </p:cSld>
  <p:clrMapOvr>
    <a:masterClrMapping/>
  </p:clrMapOvr>
</p:note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image" Target="/ppt/media/image33.png" Id="rId2" /><Relationship Type="http://schemas.openxmlformats.org/officeDocument/2006/relationships/slideMaster" Target="/ppt/slideMasters/slideMaster11.xml" Id="rId1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image" Target="/ppt/media/image4.png" Id="rId2" /><Relationship Type="http://schemas.openxmlformats.org/officeDocument/2006/relationships/slideMaster" Target="/ppt/slideMasters/slideMaster11.xml" Id="rId1" /></Relationships>
</file>

<file path=ppt/slideLayouts/_rels/slideLayout7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82.xml.rels>&#65279;<?xml version="1.0" encoding="utf-8"?><Relationships xmlns="http://schemas.openxmlformats.org/package/2006/relationships"><Relationship Type="http://schemas.openxmlformats.org/officeDocument/2006/relationships/image" Target="/ppt/media/image72.png" Id="rId2" /><Relationship Type="http://schemas.openxmlformats.org/officeDocument/2006/relationships/slideMaster" Target="/ppt/slideMasters/slideMaster11.xml" Id="rId1" /></Relationships>
</file>

<file path=ppt/slideLayouts/_rels/slideLayout113.xml.rels>&#65279;<?xml version="1.0" encoding="utf-8"?><Relationships xmlns="http://schemas.openxmlformats.org/package/2006/relationships"><Relationship Type="http://schemas.openxmlformats.org/officeDocument/2006/relationships/image" Target="/ppt/media/image18.png" Id="rId2" /><Relationship Type="http://schemas.openxmlformats.org/officeDocument/2006/relationships/slideMaster" Target="/ppt/slideMasters/slideMaster11.xml" Id="rId1" /></Relationships>
</file>

<file path=ppt/slideLayouts/_rels/slideLayout128.xml.rels>&#65279;<?xml version="1.0" encoding="utf-8"?><Relationships xmlns="http://schemas.openxmlformats.org/package/2006/relationships"><Relationship Type="http://schemas.openxmlformats.org/officeDocument/2006/relationships/image" Target="/ppt/media/image105.png" Id="rId2" /><Relationship Type="http://schemas.openxmlformats.org/officeDocument/2006/relationships/slideMaster" Target="/ppt/slideMasters/slideMaster11.xml" Id="rId1" /></Relationships>
</file>

<file path=ppt/slideLayouts/_rels/slideLayout133.xml.rels>&#65279;<?xml version="1.0" encoding="utf-8"?><Relationships xmlns="http://schemas.openxmlformats.org/package/2006/relationships"><Relationship Type="http://schemas.openxmlformats.org/officeDocument/2006/relationships/image" Target="/ppt/media/image33.png" Id="rId2" /><Relationship Type="http://schemas.openxmlformats.org/officeDocument/2006/relationships/slideMaster" Target="/ppt/slideMasters/slideMaster11.xml" Id="rId1" /></Relationships>
</file>

<file path=ppt/slideLayouts/_rels/slideLayout179.xml.rels>&#65279;<?xml version="1.0" encoding="utf-8"?><Relationships xmlns="http://schemas.openxmlformats.org/package/2006/relationships"><Relationship Type="http://schemas.openxmlformats.org/officeDocument/2006/relationships/image" Target="/ppt/media/image134.png" Id="rId2" /><Relationship Type="http://schemas.openxmlformats.org/officeDocument/2006/relationships/slideMaster" Target="/ppt/slideMasters/slideMaster11.xml" Id="rId1" /></Relationships>
</file>

<file path=ppt/slideLayouts/_rels/slideLayout184.xml.rels>&#65279;<?xml version="1.0" encoding="utf-8"?><Relationships xmlns="http://schemas.openxmlformats.org/package/2006/relationships"><Relationship Type="http://schemas.openxmlformats.org/officeDocument/2006/relationships/image" Target="/ppt/media/image134.png" Id="rId2" /><Relationship Type="http://schemas.openxmlformats.org/officeDocument/2006/relationships/slideMaster" Target="/ppt/slideMasters/slideMaster11.xml" Id="rId1" /></Relationships>
</file>

<file path=ppt/slideLayouts/_rels/slideLayout210.xml.rels>&#65279;<?xml version="1.0" encoding="utf-8"?><Relationships xmlns="http://schemas.openxmlformats.org/package/2006/relationships"><Relationship Type="http://schemas.openxmlformats.org/officeDocument/2006/relationships/image" Target="/ppt/media/image26.png" Id="rId2" /><Relationship Type="http://schemas.openxmlformats.org/officeDocument/2006/relationships/slideMaster" Target="/ppt/slideMasters/slideMaster11.xml" Id="rId1" /></Relationships>
</file>

<file path=ppt/slideLayouts/_rels/slideLayout2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516.xml.rels>&#65279;<?xml version="1.0" encoding="utf-8"?><Relationships xmlns="http://schemas.openxmlformats.org/package/2006/relationships"><Relationship Type="http://schemas.openxmlformats.org/officeDocument/2006/relationships/image" Target="/ppt/media/image510.png" Id="rId2" /><Relationship Type="http://schemas.openxmlformats.org/officeDocument/2006/relationships/slideMaster" Target="/ppt/slideMasters/slideMaster11.xml" Id="rId1" /></Relationships>
</file>

<file path=ppt/slideLayouts/_rels/slideLayout614.xml.rels>&#65279;<?xml version="1.0" encoding="utf-8"?><Relationships xmlns="http://schemas.openxmlformats.org/package/2006/relationships"><Relationship Type="http://schemas.openxmlformats.org/officeDocument/2006/relationships/image" Target="/ppt/media/image69.png" Id="rId2" /><Relationship Type="http://schemas.openxmlformats.org/officeDocument/2006/relationships/slideMaster" Target="/ppt/slideMasters/slideMaster11.xml" Id="rId1" /></Relationships>
</file>

<file path=ppt/slideLayouts/_rels/slideLayout920.xml.rels>&#65279;<?xml version="1.0" encoding="utf-8"?><Relationships xmlns="http://schemas.openxmlformats.org/package/2006/relationships"><Relationship Type="http://schemas.openxmlformats.org/officeDocument/2006/relationships/image" Target="/ppt/media/image813.png" Id="rId2" /><Relationship Type="http://schemas.openxmlformats.org/officeDocument/2006/relationships/slideMaster" Target="/ppt/slideMasters/slideMaster11.xml" Id="rId1" /></Relationships>
</file>

<file path=ppt/slideLayouts/_rels/slideLayout1018.xml.rels>&#65279;<?xml version="1.0" encoding="utf-8"?><Relationships xmlns="http://schemas.openxmlformats.org/package/2006/relationships"><Relationship Type="http://schemas.openxmlformats.org/officeDocument/2006/relationships/image" Target="/ppt/media/image912.png" Id="rId2" /><Relationship Type="http://schemas.openxmlformats.org/officeDocument/2006/relationships/slideMaster" Target="/ppt/slideMasters/slideMaster11.xml" Id="rId1" /></Relationships>
</file>

<file path=ppt/slideLayouts/_rels/slideLayout11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1421.xml.rels>&#65279;<?xml version="1.0" encoding="utf-8"?><Relationships xmlns="http://schemas.openxmlformats.org/package/2006/relationships"><Relationship Type="http://schemas.openxmlformats.org/officeDocument/2006/relationships/image" Target="/ppt/media/image18.png" Id="rId2" /><Relationship Type="http://schemas.openxmlformats.org/officeDocument/2006/relationships/slideMaster" Target="/ppt/slideMasters/slideMaster11.xml" Id="rId1" /></Relationships>
</file>

<file path=ppt/slideLayouts/_rels/slideLayout1517.xml.rels>&#65279;<?xml version="1.0" encoding="utf-8"?><Relationships xmlns="http://schemas.openxmlformats.org/package/2006/relationships"><Relationship Type="http://schemas.openxmlformats.org/officeDocument/2006/relationships/image" Target="/ppt/media/image1111.png" Id="rId2" /><Relationship Type="http://schemas.openxmlformats.org/officeDocument/2006/relationships/slideMaster" Target="/ppt/slideMasters/slideMaster11.xml" Id="rId1" /></Relationships>
</file>

<file path=ppt/slideLayouts/_rels/slideLayout1611.xml.rels>&#65279;<?xml version="1.0" encoding="utf-8"?><Relationships xmlns="http://schemas.openxmlformats.org/package/2006/relationships"><Relationship Type="http://schemas.openxmlformats.org/officeDocument/2006/relationships/image" Target="/ppt/media/image127.png" Id="rId2" /><Relationship Type="http://schemas.openxmlformats.org/officeDocument/2006/relationships/slideMaster" Target="/ppt/slideMasters/slideMaster11.xml" Id="rId1" /></Relationships>
</file>

<file path=ppt/slideLayouts/_rels/slideLayout1919.xml.rels>&#65279;<?xml version="1.0" encoding="utf-8"?><Relationships xmlns="http://schemas.openxmlformats.org/package/2006/relationships"><Relationship Type="http://schemas.openxmlformats.org/officeDocument/2006/relationships/image" Target="/ppt/media/image18.png" Id="rId2" /><Relationship Type="http://schemas.openxmlformats.org/officeDocument/2006/relationships/slideMaster" Target="/ppt/slideMasters/slideMaster11.xml" Id="rId1" /></Relationships>
</file>

<file path=ppt/slideLayouts/_rels/slideLayout20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B95BA1F-6B83-4358-A202-FD15470976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5C10F8-CB40-4BDD-AA21-7DDC300F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06/8/20XX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4969F5-F9D0-4A38-8C6C-86005388F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CC33B3F-10CE-4363-805C-361CA4941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02E4C0-AD5E-4E8C-9F21-7CCE474BDCEB}" type="slidenum">
              <a:rPr lang="pt-BR" noProof="0" smtClean="0"/>
              <a:t>‹#›</a:t>
            </a:fld>
            <a:endParaRPr lang="pt-BR" noProof="0"/>
          </a:p>
        </p:txBody>
      </p:sp>
      <p:sp>
        <p:nvSpPr>
          <p:cNvPr id="13" name="Espaço Reservado para Imagem 7">
            <a:extLst>
              <a:ext uri="{FF2B5EF4-FFF2-40B4-BE49-F238E27FC236}">
                <a16:creationId xmlns:a16="http://schemas.microsoft.com/office/drawing/2014/main" id="{8EABAB15-C887-420D-92A1-24DBD62EE5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0" y="729926"/>
            <a:ext cx="3581400" cy="5388772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adicionar foto</a:t>
            </a:r>
          </a:p>
        </p:txBody>
      </p:sp>
      <p:sp>
        <p:nvSpPr>
          <p:cNvPr id="16" name="Espaço Reservado para Texto 14">
            <a:extLst>
              <a:ext uri="{FF2B5EF4-FFF2-40B4-BE49-F238E27FC236}">
                <a16:creationId xmlns:a16="http://schemas.microsoft.com/office/drawing/2014/main" id="{F7E8EA93-3F05-4D28-8B15-91D6789458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46476" y="1921400"/>
            <a:ext cx="2289974" cy="3651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600" b="1" cap="all" spc="20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17" name="Espaço Reservado para Texto 14">
            <a:extLst>
              <a:ext uri="{FF2B5EF4-FFF2-40B4-BE49-F238E27FC236}">
                <a16:creationId xmlns:a16="http://schemas.microsoft.com/office/drawing/2014/main" id="{B4EBCE5D-8795-44C7-8196-051689C6FE2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46476" y="2245710"/>
            <a:ext cx="2289974" cy="1739538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8" name="Espaço Reservado para Texto 14">
            <a:extLst>
              <a:ext uri="{FF2B5EF4-FFF2-40B4-BE49-F238E27FC236}">
                <a16:creationId xmlns:a16="http://schemas.microsoft.com/office/drawing/2014/main" id="{195044F5-86E3-4A1C-B3C8-6E3422E5B4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65518" y="2245710"/>
            <a:ext cx="2289974" cy="1739538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9" name="Espaço Reservado para Texto 14">
            <a:extLst>
              <a:ext uri="{FF2B5EF4-FFF2-40B4-BE49-F238E27FC236}">
                <a16:creationId xmlns:a16="http://schemas.microsoft.com/office/drawing/2014/main" id="{4C9BA1BF-0690-4DB5-9BBC-31D1948D82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46476" y="4443157"/>
            <a:ext cx="2289974" cy="146324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0" name="Espaço Reservado para Texto 14">
            <a:extLst>
              <a:ext uri="{FF2B5EF4-FFF2-40B4-BE49-F238E27FC236}">
                <a16:creationId xmlns:a16="http://schemas.microsoft.com/office/drawing/2014/main" id="{0D187952-9422-42DE-B163-B764E0D099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65519" y="4451209"/>
            <a:ext cx="2289972" cy="1457161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1" name="Espaço Reservado para Texto 14">
            <a:extLst>
              <a:ext uri="{FF2B5EF4-FFF2-40B4-BE49-F238E27FC236}">
                <a16:creationId xmlns:a16="http://schemas.microsoft.com/office/drawing/2014/main" id="{54291470-2EE9-46D8-8083-E4523DCE52B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65517" y="1921400"/>
            <a:ext cx="2289974" cy="3651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600" b="1" cap="all" spc="20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22" name="Espaço Reservado para Texto 14">
            <a:extLst>
              <a:ext uri="{FF2B5EF4-FFF2-40B4-BE49-F238E27FC236}">
                <a16:creationId xmlns:a16="http://schemas.microsoft.com/office/drawing/2014/main" id="{17B8E7E2-50C1-429D-A8C5-C098CDADCF3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746476" y="4118846"/>
            <a:ext cx="2289974" cy="3651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600" b="1" cap="all" spc="20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23" name="Espaço Reservado para Texto 14">
            <a:extLst>
              <a:ext uri="{FF2B5EF4-FFF2-40B4-BE49-F238E27FC236}">
                <a16:creationId xmlns:a16="http://schemas.microsoft.com/office/drawing/2014/main" id="{09DB38C9-BBE5-4212-87C2-D9B34A47075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65518" y="4118846"/>
            <a:ext cx="2289972" cy="3651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600" b="1" cap="all" spc="20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24" name="Espaço Reservado para Texto 14">
            <a:extLst>
              <a:ext uri="{FF2B5EF4-FFF2-40B4-BE49-F238E27FC236}">
                <a16:creationId xmlns:a16="http://schemas.microsoft.com/office/drawing/2014/main" id="{EA61E342-2B6C-4379-A3B3-8D1B338F656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7910" y="1921400"/>
            <a:ext cx="2289974" cy="3651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600" b="1" cap="all" spc="20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25" name="Espaço Reservado para Texto 14">
            <a:extLst>
              <a:ext uri="{FF2B5EF4-FFF2-40B4-BE49-F238E27FC236}">
                <a16:creationId xmlns:a16="http://schemas.microsoft.com/office/drawing/2014/main" id="{4F39B769-D212-4C11-B6CB-0423DD10599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7910" y="2245710"/>
            <a:ext cx="2289974" cy="1739538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C47FF8E-011E-46E6-9F4D-DAD483095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5516" y="1185284"/>
            <a:ext cx="7288284" cy="469490"/>
          </a:xfrm>
        </p:spPr>
        <p:txBody>
          <a:bodyPr rtlCol="0" anchor="t">
            <a:normAutofit/>
          </a:bodyPr>
          <a:lstStyle>
            <a:lvl1pPr>
              <a:lnSpc>
                <a:spcPct val="100000"/>
              </a:lnSpc>
              <a:defRPr sz="2800">
                <a:ln w="19050">
                  <a:solidFill>
                    <a:schemeClr val="accent5"/>
                  </a:solidFill>
                </a:ln>
              </a:defRPr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30577356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A781AFB-2572-4954-B05E-84CDE1D883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E750850-5ECD-4AA5-8EF0-70C6EA291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06/8/20XX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6B04CF-8972-48CE-B427-B542AF911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F9864ACC-F262-4128-BC17-FCB29BEF0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02E4C0-AD5E-4E8C-9F21-7CCE474BDCEB}" type="slidenum">
              <a:rPr lang="pt-BR" noProof="0" smtClean="0"/>
              <a:t>‹#›</a:t>
            </a:fld>
            <a:endParaRPr lang="pt-BR" noProof="0"/>
          </a:p>
        </p:txBody>
      </p:sp>
      <p:sp>
        <p:nvSpPr>
          <p:cNvPr id="12" name="Espaço Reservado para Texto 14">
            <a:extLst>
              <a:ext uri="{FF2B5EF4-FFF2-40B4-BE49-F238E27FC236}">
                <a16:creationId xmlns:a16="http://schemas.microsoft.com/office/drawing/2014/main" id="{717CFF16-7992-46DD-8151-F55B030057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06711" y="1335193"/>
            <a:ext cx="2859090" cy="3651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600" b="1" cap="all" spc="20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13" name="Espaço Reservado para Texto 14">
            <a:extLst>
              <a:ext uri="{FF2B5EF4-FFF2-40B4-BE49-F238E27FC236}">
                <a16:creationId xmlns:a16="http://schemas.microsoft.com/office/drawing/2014/main" id="{EBADC1C2-D36B-4AFE-8824-DE6D0FB513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06711" y="1639822"/>
            <a:ext cx="2859090" cy="147531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4" name="Espaço Reservado para Texto 14">
            <a:extLst>
              <a:ext uri="{FF2B5EF4-FFF2-40B4-BE49-F238E27FC236}">
                <a16:creationId xmlns:a16="http://schemas.microsoft.com/office/drawing/2014/main" id="{F1632658-DE5C-4EA2-83DE-AB456D9D76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67309" y="1639822"/>
            <a:ext cx="2859091" cy="1517776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76A6D61C-C33C-46D5-B2C5-6C6A7C143A9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06711" y="3837269"/>
            <a:ext cx="2859090" cy="153331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6" name="Espaço Reservado para Texto 14">
            <a:extLst>
              <a:ext uri="{FF2B5EF4-FFF2-40B4-BE49-F238E27FC236}">
                <a16:creationId xmlns:a16="http://schemas.microsoft.com/office/drawing/2014/main" id="{0A4E6A96-585A-4265-900D-17D98121F5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67310" y="3845321"/>
            <a:ext cx="2859089" cy="152693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7" name="Espaço Reservado para Texto 14">
            <a:extLst>
              <a:ext uri="{FF2B5EF4-FFF2-40B4-BE49-F238E27FC236}">
                <a16:creationId xmlns:a16="http://schemas.microsoft.com/office/drawing/2014/main" id="{28B8437C-1550-4581-911A-98BEA151A4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67308" y="1335193"/>
            <a:ext cx="2859091" cy="3651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600" b="1" cap="all" spc="20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18" name="Espaço Reservado para Texto 14">
            <a:extLst>
              <a:ext uri="{FF2B5EF4-FFF2-40B4-BE49-F238E27FC236}">
                <a16:creationId xmlns:a16="http://schemas.microsoft.com/office/drawing/2014/main" id="{04DF1AD6-E51A-4D19-A9C8-CCAFE9E9B2A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06711" y="3532639"/>
            <a:ext cx="2859090" cy="3651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600" b="1" cap="all" spc="20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19" name="Espaço Reservado para Texto 14">
            <a:extLst>
              <a:ext uri="{FF2B5EF4-FFF2-40B4-BE49-F238E27FC236}">
                <a16:creationId xmlns:a16="http://schemas.microsoft.com/office/drawing/2014/main" id="{A3656830-2B4C-4F48-8EBD-F8C80C353F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67309" y="3532639"/>
            <a:ext cx="2859089" cy="3651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600" b="1" cap="all" spc="20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3D6999-ED11-424C-91FD-1ECD0CB9D2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4299" y="2768600"/>
            <a:ext cx="2956810" cy="1129164"/>
          </a:xfrm>
        </p:spPr>
        <p:txBody>
          <a:bodyPr rtlCol="0" anchor="t">
            <a:normAutofit/>
          </a:bodyPr>
          <a:lstStyle>
            <a:lvl1pPr>
              <a:lnSpc>
                <a:spcPct val="125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374914884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ão Geral da Empre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Imagem 7">
            <a:extLst>
              <a:ext uri="{FF2B5EF4-FFF2-40B4-BE49-F238E27FC236}">
                <a16:creationId xmlns:a16="http://schemas.microsoft.com/office/drawing/2014/main" id="{E757B982-FF4B-4902-B808-FC325983FD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adicionar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D7337BF-9564-499D-91CE-9DDD9C9693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3350" y="1371599"/>
            <a:ext cx="9385300" cy="985791"/>
          </a:xfrm>
        </p:spPr>
        <p:txBody>
          <a:bodyPr rtlCol="0">
            <a:noAutofit/>
          </a:bodyPr>
          <a:lstStyle>
            <a:lvl1pPr algn="ctr">
              <a:defRPr sz="5400">
                <a:ln w="19050">
                  <a:solidFill>
                    <a:schemeClr val="accent5"/>
                  </a:solidFill>
                </a:ln>
              </a:defRPr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362790037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de Negóci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2684757-E21D-414B-B627-1E0D15F89C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11" name="Espaço Reservado para Imagem 7">
            <a:extLst>
              <a:ext uri="{FF2B5EF4-FFF2-40B4-BE49-F238E27FC236}">
                <a16:creationId xmlns:a16="http://schemas.microsoft.com/office/drawing/2014/main" id="{927250C7-CB58-468C-B8BB-17DB85D4F2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11738" y="0"/>
            <a:ext cx="7196930" cy="6867376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adicionar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76BB3F6-84AB-40BA-9D7D-7C1E13C0E1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1036629"/>
            <a:ext cx="6007099" cy="4784742"/>
          </a:xfrm>
          <a:solidFill>
            <a:schemeClr val="accent6">
              <a:alpha val="80000"/>
            </a:schemeClr>
          </a:solidFill>
        </p:spPr>
        <p:txBody>
          <a:bodyPr lIns="822960" tIns="640080" rtlCol="0" anchor="t">
            <a:normAutofit/>
          </a:bodyPr>
          <a:lstStyle>
            <a:lvl1pPr algn="l">
              <a:lnSpc>
                <a:spcPct val="100000"/>
              </a:lnSpc>
              <a:defRPr sz="2800"/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  <p:sp>
        <p:nvSpPr>
          <p:cNvPr id="16" name="Espaço Reservado para Texto 14">
            <a:extLst>
              <a:ext uri="{FF2B5EF4-FFF2-40B4-BE49-F238E27FC236}">
                <a16:creationId xmlns:a16="http://schemas.microsoft.com/office/drawing/2014/main" id="{6A7AB969-4D8E-41B0-A403-6D1D41CD516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9016" y="2368506"/>
            <a:ext cx="4771030" cy="3651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600" b="1" cap="all" spc="200" baseline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08F82904-47D8-4EB9-A697-8ED11274C40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9017" y="2605040"/>
            <a:ext cx="4771030" cy="80107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2" name="Espaço Reservado para Texto 14">
            <a:extLst>
              <a:ext uri="{FF2B5EF4-FFF2-40B4-BE49-F238E27FC236}">
                <a16:creationId xmlns:a16="http://schemas.microsoft.com/office/drawing/2014/main" id="{44501739-C457-4C98-A458-5B3639CFB82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9016" y="3544629"/>
            <a:ext cx="4771030" cy="3651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600" b="1" cap="all" spc="200" baseline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21" name="Espaço Reservado para Texto 14">
            <a:extLst>
              <a:ext uri="{FF2B5EF4-FFF2-40B4-BE49-F238E27FC236}">
                <a16:creationId xmlns:a16="http://schemas.microsoft.com/office/drawing/2014/main" id="{503766A8-C36E-4337-9DB4-358A28B7431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9017" y="3781163"/>
            <a:ext cx="4771030" cy="80107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4" name="Espaço Reservado para Texto 14">
            <a:extLst>
              <a:ext uri="{FF2B5EF4-FFF2-40B4-BE49-F238E27FC236}">
                <a16:creationId xmlns:a16="http://schemas.microsoft.com/office/drawing/2014/main" id="{5F947925-2465-45AC-9A1E-7153477BBE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9016" y="4739239"/>
            <a:ext cx="4771030" cy="3651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600" b="1" cap="all" spc="200" baseline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23" name="Espaço Reservado para Texto 14">
            <a:extLst>
              <a:ext uri="{FF2B5EF4-FFF2-40B4-BE49-F238E27FC236}">
                <a16:creationId xmlns:a16="http://schemas.microsoft.com/office/drawing/2014/main" id="{6FC86B0E-A85D-444A-BC2A-B7A5FF1D48D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9017" y="4975773"/>
            <a:ext cx="4771030" cy="546815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A930A0-A89C-48EB-A039-375BDA735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06/8/20XX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02A2494-B27D-418F-9D5E-8DE4FFB49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04B0DC46-AFFB-4CCA-B5AE-7028C4E26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02E4C0-AD5E-4E8C-9F21-7CCE474BDCEB}" type="slidenum">
              <a:rPr lang="pt-BR" noProof="0" smtClean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3196738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E7FFE5B-C2CA-473D-8FCA-B26579CCBA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5FF4BA3E-4135-4F80-B1C8-C84CDF7C54A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752100" y="739303"/>
            <a:ext cx="6825035" cy="5379395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adicionar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5CAABB7-A562-4A3F-9DDF-2CE3D13726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2977" y="1663435"/>
            <a:ext cx="5869021" cy="2003898"/>
          </a:xfrm>
          <a:solidFill>
            <a:schemeClr val="accent2">
              <a:alpha val="80000"/>
            </a:schemeClr>
          </a:solidFill>
        </p:spPr>
        <p:txBody>
          <a:bodyPr lIns="557784" tIns="530352" rtlCol="0" anchor="t">
            <a:noAutofit/>
          </a:bodyPr>
          <a:lstStyle>
            <a:lvl1pPr algn="l">
              <a:lnSpc>
                <a:spcPct val="80000"/>
              </a:lnSpc>
              <a:defRPr sz="5400" cap="all" spc="400" baseline="0">
                <a:ln w="19050">
                  <a:solidFill>
                    <a:schemeClr val="accent5"/>
                  </a:solidFill>
                </a:ln>
              </a:defRPr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  <p:sp>
        <p:nvSpPr>
          <p:cNvPr id="14" name="Espaço Reservado para Texto 17">
            <a:extLst>
              <a:ext uri="{FF2B5EF4-FFF2-40B4-BE49-F238E27FC236}">
                <a16:creationId xmlns:a16="http://schemas.microsoft.com/office/drawing/2014/main" id="{D15807FE-36E0-49EF-93A4-5B9AD83871B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2159" y="2878246"/>
            <a:ext cx="4925188" cy="339247"/>
          </a:xfrm>
        </p:spPr>
        <p:txBody>
          <a:bodyPr rtlCol="0">
            <a:noAutofit/>
          </a:bodyPr>
          <a:lstStyle>
            <a:lvl1pPr marL="0" indent="0" algn="l">
              <a:buNone/>
              <a:defRPr sz="2400" spc="100" baseline="0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pt-BR" noProof="0"/>
              <a:t>Clique para adicionar um nome</a:t>
            </a:r>
          </a:p>
        </p:txBody>
      </p:sp>
    </p:spTree>
    <p:extLst>
      <p:ext uri="{BB962C8B-B14F-4D97-AF65-F5344CB8AC3E}">
        <p14:creationId xmlns:p14="http://schemas.microsoft.com/office/powerpoint/2010/main" val="352351632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ssa Concorrência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A954AA95-575B-4060-9443-53B3476644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38BF2BB6-8F62-424E-B01D-F90A0DB7B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822AF5C-69BC-4A87-8E5C-E473F6A73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06/8/20XX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46AD827-24BF-4C7D-9F16-1E26E09A6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DBEEF33-0303-4BF6-8C9A-08DE4CB64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02E4C0-AD5E-4E8C-9F21-7CCE474BDCEB}" type="slidenum">
              <a:rPr lang="pt-BR" noProof="0" smtClean="0"/>
              <a:pPr rtl="0"/>
              <a:t>‹#›</a:t>
            </a:fld>
            <a:endParaRPr lang="pt-BR" noProof="0"/>
          </a:p>
        </p:txBody>
      </p:sp>
      <p:sp>
        <p:nvSpPr>
          <p:cNvPr id="8" name="Espaço Reservado para Texto 14">
            <a:extLst>
              <a:ext uri="{FF2B5EF4-FFF2-40B4-BE49-F238E27FC236}">
                <a16:creationId xmlns:a16="http://schemas.microsoft.com/office/drawing/2014/main" id="{CC14BDE6-5903-4EFC-B3C7-B7B219402D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37839" y="1538273"/>
            <a:ext cx="1706965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000" b="1" cap="all" spc="20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nome</a:t>
            </a:r>
          </a:p>
        </p:txBody>
      </p:sp>
      <p:sp>
        <p:nvSpPr>
          <p:cNvPr id="9" name="Espaço Reservado para Texto 14">
            <a:extLst>
              <a:ext uri="{FF2B5EF4-FFF2-40B4-BE49-F238E27FC236}">
                <a16:creationId xmlns:a16="http://schemas.microsoft.com/office/drawing/2014/main" id="{E19954FA-533A-4FF9-88B2-102C833FBD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37839" y="5407116"/>
            <a:ext cx="1706965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000" b="1" cap="all" spc="20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nome</a:t>
            </a:r>
          </a:p>
        </p:txBody>
      </p:sp>
      <p:sp>
        <p:nvSpPr>
          <p:cNvPr id="10" name="Espaço Reservado para Texto 14">
            <a:extLst>
              <a:ext uri="{FF2B5EF4-FFF2-40B4-BE49-F238E27FC236}">
                <a16:creationId xmlns:a16="http://schemas.microsoft.com/office/drawing/2014/main" id="{E29BB699-DB47-4A35-9B5B-63C7EFC228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41651" y="3467155"/>
            <a:ext cx="1380681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000" b="1" cap="all" spc="20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nome</a:t>
            </a:r>
          </a:p>
        </p:txBody>
      </p:sp>
      <p:sp>
        <p:nvSpPr>
          <p:cNvPr id="11" name="Espaço Reservado para Texto 14">
            <a:extLst>
              <a:ext uri="{FF2B5EF4-FFF2-40B4-BE49-F238E27FC236}">
                <a16:creationId xmlns:a16="http://schemas.microsoft.com/office/drawing/2014/main" id="{4EFD147E-AEE9-40FA-96D5-7DBE7603349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44687" y="2307743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200" b="1" cap="all" spc="200" baseline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nome</a:t>
            </a:r>
          </a:p>
        </p:txBody>
      </p:sp>
      <p:sp>
        <p:nvSpPr>
          <p:cNvPr id="12" name="Espaço Reservado para Texto 14">
            <a:extLst>
              <a:ext uri="{FF2B5EF4-FFF2-40B4-BE49-F238E27FC236}">
                <a16:creationId xmlns:a16="http://schemas.microsoft.com/office/drawing/2014/main" id="{035518AB-0629-41B1-8670-DAE8C31C999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81179" y="4420460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200" b="1" cap="all" spc="20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nome</a:t>
            </a:r>
          </a:p>
        </p:txBody>
      </p:sp>
      <p:sp>
        <p:nvSpPr>
          <p:cNvPr id="13" name="Espaço Reservado para Texto 14">
            <a:extLst>
              <a:ext uri="{FF2B5EF4-FFF2-40B4-BE49-F238E27FC236}">
                <a16:creationId xmlns:a16="http://schemas.microsoft.com/office/drawing/2014/main" id="{D84B55A2-EE63-46F3-80EA-C4F512388C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43702" y="4552190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200" b="1" cap="all" spc="200" baseline="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nome</a:t>
            </a:r>
          </a:p>
        </p:txBody>
      </p:sp>
      <p:sp>
        <p:nvSpPr>
          <p:cNvPr id="14" name="Espaço Reservado para Texto 14">
            <a:extLst>
              <a:ext uri="{FF2B5EF4-FFF2-40B4-BE49-F238E27FC236}">
                <a16:creationId xmlns:a16="http://schemas.microsoft.com/office/drawing/2014/main" id="{EDED8D5C-7B18-4E79-B6B4-E59FAC3A83D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00052" y="4120885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200" b="1" cap="all" spc="20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nome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E8B6D903-1EAA-44AD-A3D8-6256873B7A2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45032" y="3467155"/>
            <a:ext cx="1209143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000" b="1" cap="all" spc="20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nome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8914974F-EEEB-4FDB-B605-14B6199844BA}"/>
              </a:ext>
            </a:extLst>
          </p:cNvPr>
          <p:cNvCxnSpPr>
            <a:cxnSpLocks/>
          </p:cNvCxnSpPr>
          <p:nvPr userDrawn="1"/>
        </p:nvCxnSpPr>
        <p:spPr>
          <a:xfrm>
            <a:off x="3758002" y="3713168"/>
            <a:ext cx="4683649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4FCFFB4C-5408-479D-88E2-42F8897706C7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1322" y="2030298"/>
            <a:ext cx="4678" cy="3376818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ço Reservado para Texto 14">
            <a:extLst>
              <a:ext uri="{FF2B5EF4-FFF2-40B4-BE49-F238E27FC236}">
                <a16:creationId xmlns:a16="http://schemas.microsoft.com/office/drawing/2014/main" id="{9D316786-C25C-4139-9C9E-B55FEA3C4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54219" y="2067508"/>
            <a:ext cx="1706965" cy="104857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600" b="1" cap="all" spc="2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nome</a:t>
            </a:r>
          </a:p>
        </p:txBody>
      </p:sp>
      <p:sp>
        <p:nvSpPr>
          <p:cNvPr id="20" name="Espaço Reservado para Texto 14">
            <a:extLst>
              <a:ext uri="{FF2B5EF4-FFF2-40B4-BE49-F238E27FC236}">
                <a16:creationId xmlns:a16="http://schemas.microsoft.com/office/drawing/2014/main" id="{DC43FD24-D855-40FC-85C4-87ED3F64AA2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60695" y="4820889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200" b="1" cap="all" spc="200" baseline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nome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07A013-A59B-4367-9832-ED55A6D252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4508" y="715939"/>
            <a:ext cx="4864608" cy="365760"/>
          </a:xfrm>
        </p:spPr>
        <p:txBody>
          <a:bodyPr rtlCol="0" anchor="t">
            <a:noAutofit/>
          </a:bodyPr>
          <a:lstStyle>
            <a:lvl1pPr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3285885199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tratégia de Cresci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8D1F00DA-5D59-4EDE-BA9C-D312B3FBBA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4C3578F-2A0F-4E30-AF4A-8F796929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06/8/20XX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1F6CA51-E5DC-4FC3-92F6-D5EC783C0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A10E530-F1C5-4166-A95F-3F8D022CC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02E4C0-AD5E-4E8C-9F21-7CCE474BDCEB}" type="slidenum">
              <a:rPr lang="pt-BR" noProof="0" smtClean="0"/>
              <a:pPr rtl="0"/>
              <a:t>‹#›</a:t>
            </a:fld>
            <a:endParaRPr lang="pt-BR" noProof="0"/>
          </a:p>
        </p:txBody>
      </p:sp>
      <p:sp>
        <p:nvSpPr>
          <p:cNvPr id="11" name="Espaço Reservado para Texto 14">
            <a:extLst>
              <a:ext uri="{FF2B5EF4-FFF2-40B4-BE49-F238E27FC236}">
                <a16:creationId xmlns:a16="http://schemas.microsoft.com/office/drawing/2014/main" id="{191453D1-9488-4F30-8223-1CB500BDC2F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52699" y="1592681"/>
            <a:ext cx="7306060" cy="393427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ctr">
              <a:buNone/>
              <a:defRPr sz="1800" cap="none" spc="200" baseline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1pPr>
          </a:lstStyle>
          <a:p>
            <a:pPr lvl="0" rtl="0"/>
            <a:r>
              <a:rPr lang="pt-BR" noProof="0"/>
              <a:t>Adicionar legenda</a:t>
            </a:r>
          </a:p>
        </p:txBody>
      </p:sp>
      <p:sp>
        <p:nvSpPr>
          <p:cNvPr id="12" name="Espaço Reservado para Texto 14">
            <a:extLst>
              <a:ext uri="{FF2B5EF4-FFF2-40B4-BE49-F238E27FC236}">
                <a16:creationId xmlns:a16="http://schemas.microsoft.com/office/drawing/2014/main" id="{4882AD8A-D4BD-4E12-8458-AC021F93B15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73698" y="3031460"/>
            <a:ext cx="1975104" cy="868680"/>
          </a:xfrm>
          <a:prstGeom prst="rect">
            <a:avLst/>
          </a:prstGeom>
          <a:ln w="25400">
            <a:solidFill>
              <a:schemeClr val="accent6"/>
            </a:solidFill>
          </a:ln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600" b="1" cap="all" spc="20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nome</a:t>
            </a:r>
          </a:p>
        </p:txBody>
      </p:sp>
      <p:sp>
        <p:nvSpPr>
          <p:cNvPr id="13" name="Espaço Reservado para Texto 14">
            <a:extLst>
              <a:ext uri="{FF2B5EF4-FFF2-40B4-BE49-F238E27FC236}">
                <a16:creationId xmlns:a16="http://schemas.microsoft.com/office/drawing/2014/main" id="{3DF3AAFC-DA9A-4A72-BBF9-5A097BC5950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02976" y="3031460"/>
            <a:ext cx="1975104" cy="868680"/>
          </a:xfrm>
          <a:prstGeom prst="rect">
            <a:avLst/>
          </a:prstGeom>
          <a:ln w="25400">
            <a:solidFill>
              <a:schemeClr val="accent6"/>
            </a:solidFill>
          </a:ln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600" b="1" cap="all" spc="20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nome</a:t>
            </a:r>
          </a:p>
        </p:txBody>
      </p:sp>
      <p:sp>
        <p:nvSpPr>
          <p:cNvPr id="14" name="Espaço Reservado para Texto 14">
            <a:extLst>
              <a:ext uri="{FF2B5EF4-FFF2-40B4-BE49-F238E27FC236}">
                <a16:creationId xmlns:a16="http://schemas.microsoft.com/office/drawing/2014/main" id="{2FF48EEE-6AEC-4E37-AD5C-EEB74BA0CED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46652" y="3031460"/>
            <a:ext cx="1975104" cy="868680"/>
          </a:xfrm>
          <a:prstGeom prst="rect">
            <a:avLst/>
          </a:prstGeom>
          <a:ln w="25400">
            <a:solidFill>
              <a:schemeClr val="accent6"/>
            </a:solidFill>
          </a:ln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600" b="1" cap="all" spc="20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nome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32066EA2-51F1-4F13-8E1B-89600E8790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91695" y="4042386"/>
            <a:ext cx="2743200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6" name="Espaço Reservado para Texto 14">
            <a:extLst>
              <a:ext uri="{FF2B5EF4-FFF2-40B4-BE49-F238E27FC236}">
                <a16:creationId xmlns:a16="http://schemas.microsoft.com/office/drawing/2014/main" id="{F14EBD1B-595C-4A54-92C8-3C5427E15C4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20973" y="4042387"/>
            <a:ext cx="2743200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7" name="Espaço Reservado para Texto 14">
            <a:extLst>
              <a:ext uri="{FF2B5EF4-FFF2-40B4-BE49-F238E27FC236}">
                <a16:creationId xmlns:a16="http://schemas.microsoft.com/office/drawing/2014/main" id="{B64F77B9-03A9-4E3E-B656-D3C0FBE25AB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964649" y="4042386"/>
            <a:ext cx="2743200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FFECFB3-5650-476F-BB54-8A2A45F8AE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1534" y="989042"/>
            <a:ext cx="7287768" cy="630936"/>
          </a:xfrm>
        </p:spPr>
        <p:txBody>
          <a:bodyPr rtlCol="0" anchor="t">
            <a:noAutofit/>
          </a:bodyPr>
          <a:lstStyle>
            <a:lvl1pPr algn="ctr">
              <a:lnSpc>
                <a:spcPct val="125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2521985362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heça A Equi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339293AB-35CB-4344-A710-9C0BF396AE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E5B5434-FC37-4DD2-AA81-6499AA6FB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06/8/20XX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8DC474A-5DF9-4EA3-A273-CA3941061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DF6B1742-3B51-4EFC-8A04-CD872DE4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02E4C0-AD5E-4E8C-9F21-7CCE474BDCEB}" type="slidenum">
              <a:rPr lang="pt-BR" noProof="0" smtClean="0"/>
              <a:pPr rtl="0"/>
              <a:t>‹#›</a:t>
            </a:fld>
            <a:endParaRPr lang="pt-BR" noProof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25C06A4-0C2D-4746-83C3-410A9B469E89}"/>
              </a:ext>
            </a:extLst>
          </p:cNvPr>
          <p:cNvSpPr/>
          <p:nvPr userDrawn="1"/>
        </p:nvSpPr>
        <p:spPr>
          <a:xfrm>
            <a:off x="739302" y="739302"/>
            <a:ext cx="10713396" cy="5379396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3" name="Espaço Reservado para Imagem 9">
            <a:extLst>
              <a:ext uri="{FF2B5EF4-FFF2-40B4-BE49-F238E27FC236}">
                <a16:creationId xmlns:a16="http://schemas.microsoft.com/office/drawing/2014/main" id="{890CF5DC-D21B-4DF3-8248-1F809124AD9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803737" y="2804053"/>
            <a:ext cx="1487419" cy="149841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para adicionar a foto</a:t>
            </a:r>
          </a:p>
        </p:txBody>
      </p:sp>
      <p:sp>
        <p:nvSpPr>
          <p:cNvPr id="14" name="Espaço Reservado para Texto 10">
            <a:extLst>
              <a:ext uri="{FF2B5EF4-FFF2-40B4-BE49-F238E27FC236}">
                <a16:creationId xmlns:a16="http://schemas.microsoft.com/office/drawing/2014/main" id="{BEE26967-C0C7-4310-90FC-F1914D2403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8239" y="4570546"/>
            <a:ext cx="2118414" cy="332113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Adicionar nome</a:t>
            </a:r>
          </a:p>
        </p:txBody>
      </p:sp>
      <p:sp>
        <p:nvSpPr>
          <p:cNvPr id="15" name="Espaço Reservado para Texto 10">
            <a:extLst>
              <a:ext uri="{FF2B5EF4-FFF2-40B4-BE49-F238E27FC236}">
                <a16:creationId xmlns:a16="http://schemas.microsoft.com/office/drawing/2014/main" id="{3CA187B6-5AE8-4D11-8E79-63677F474D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8239" y="4886780"/>
            <a:ext cx="2118414" cy="531393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16" name="Espaço Reservado para Imagem 9">
            <a:extLst>
              <a:ext uri="{FF2B5EF4-FFF2-40B4-BE49-F238E27FC236}">
                <a16:creationId xmlns:a16="http://schemas.microsoft.com/office/drawing/2014/main" id="{A72BAC04-D935-470E-B6B5-E9CCE70D11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75961" y="2804053"/>
            <a:ext cx="1487419" cy="149841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para adicionar a foto</a:t>
            </a:r>
          </a:p>
        </p:txBody>
      </p:sp>
      <p:sp>
        <p:nvSpPr>
          <p:cNvPr id="17" name="Espaço Reservado para Imagem 9">
            <a:extLst>
              <a:ext uri="{FF2B5EF4-FFF2-40B4-BE49-F238E27FC236}">
                <a16:creationId xmlns:a16="http://schemas.microsoft.com/office/drawing/2014/main" id="{456256DC-B113-4559-8D0B-3F8B4A7CAB2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548185" y="2804053"/>
            <a:ext cx="1487419" cy="149841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para adicionar a foto</a:t>
            </a:r>
          </a:p>
        </p:txBody>
      </p:sp>
      <p:sp>
        <p:nvSpPr>
          <p:cNvPr id="18" name="Espaço Reservado para Imagem 9">
            <a:extLst>
              <a:ext uri="{FF2B5EF4-FFF2-40B4-BE49-F238E27FC236}">
                <a16:creationId xmlns:a16="http://schemas.microsoft.com/office/drawing/2014/main" id="{E60A063A-DD07-4E82-9217-A8AD06D7C94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920409" y="2804053"/>
            <a:ext cx="1487419" cy="149841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para adicionar a foto</a:t>
            </a:r>
          </a:p>
        </p:txBody>
      </p:sp>
      <p:sp>
        <p:nvSpPr>
          <p:cNvPr id="19" name="Espaço Reservado para Texto 10">
            <a:extLst>
              <a:ext uri="{FF2B5EF4-FFF2-40B4-BE49-F238E27FC236}">
                <a16:creationId xmlns:a16="http://schemas.microsoft.com/office/drawing/2014/main" id="{4194B9ED-C9B7-4850-B875-B179F9A6AD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60463" y="4570546"/>
            <a:ext cx="2118414" cy="332113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Adicionar nome</a:t>
            </a:r>
          </a:p>
        </p:txBody>
      </p:sp>
      <p:sp>
        <p:nvSpPr>
          <p:cNvPr id="20" name="Espaço Reservado para Texto 10">
            <a:extLst>
              <a:ext uri="{FF2B5EF4-FFF2-40B4-BE49-F238E27FC236}">
                <a16:creationId xmlns:a16="http://schemas.microsoft.com/office/drawing/2014/main" id="{DBB00C57-7DE2-436D-8748-527515EE4A6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60463" y="4886780"/>
            <a:ext cx="2118414" cy="531393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D6503F18-AEB2-4183-8F37-6BE4BBD66EE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32687" y="4570546"/>
            <a:ext cx="2118414" cy="332113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Adicionar nome</a:t>
            </a:r>
          </a:p>
        </p:txBody>
      </p:sp>
      <p:sp>
        <p:nvSpPr>
          <p:cNvPr id="22" name="Espaço Reservado para Texto 10">
            <a:extLst>
              <a:ext uri="{FF2B5EF4-FFF2-40B4-BE49-F238E27FC236}">
                <a16:creationId xmlns:a16="http://schemas.microsoft.com/office/drawing/2014/main" id="{D01AC31E-901A-4C34-A8AE-71C303E07F5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32687" y="4886780"/>
            <a:ext cx="2118414" cy="531393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23" name="Espaço Reservado para Texto 10">
            <a:extLst>
              <a:ext uri="{FF2B5EF4-FFF2-40B4-BE49-F238E27FC236}">
                <a16:creationId xmlns:a16="http://schemas.microsoft.com/office/drawing/2014/main" id="{F113CB6D-E397-418B-8738-D96E553ADD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04911" y="4570546"/>
            <a:ext cx="2118415" cy="332113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Adicionar nome</a:t>
            </a:r>
          </a:p>
        </p:txBody>
      </p:sp>
      <p:sp>
        <p:nvSpPr>
          <p:cNvPr id="24" name="Espaço Reservado para Texto 10">
            <a:extLst>
              <a:ext uri="{FF2B5EF4-FFF2-40B4-BE49-F238E27FC236}">
                <a16:creationId xmlns:a16="http://schemas.microsoft.com/office/drawing/2014/main" id="{63EA5C1A-BB92-4C5E-BB99-A85B0B0FC49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04911" y="4886780"/>
            <a:ext cx="2118415" cy="531393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0E93D6C-0CD6-42A7-A2D2-C8582F7B353C}"/>
              </a:ext>
            </a:extLst>
          </p:cNvPr>
          <p:cNvSpPr/>
          <p:nvPr userDrawn="1"/>
        </p:nvSpPr>
        <p:spPr>
          <a:xfrm>
            <a:off x="1686323" y="2684612"/>
            <a:ext cx="1722246" cy="1737299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B7D0FDBA-5294-4730-92D6-440AA8DE35AE}"/>
              </a:ext>
            </a:extLst>
          </p:cNvPr>
          <p:cNvSpPr/>
          <p:nvPr userDrawn="1"/>
        </p:nvSpPr>
        <p:spPr>
          <a:xfrm>
            <a:off x="4058547" y="2684612"/>
            <a:ext cx="1722246" cy="1737299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E8E75564-AD04-4406-979E-AC0A8BE2AEFD}"/>
              </a:ext>
            </a:extLst>
          </p:cNvPr>
          <p:cNvSpPr/>
          <p:nvPr userDrawn="1"/>
        </p:nvSpPr>
        <p:spPr>
          <a:xfrm>
            <a:off x="6430771" y="2684612"/>
            <a:ext cx="1722246" cy="1737299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0E7899F8-DBAB-4DCC-857C-94A3CF0FE542}"/>
              </a:ext>
            </a:extLst>
          </p:cNvPr>
          <p:cNvSpPr/>
          <p:nvPr userDrawn="1"/>
        </p:nvSpPr>
        <p:spPr>
          <a:xfrm>
            <a:off x="8802995" y="2684612"/>
            <a:ext cx="1722246" cy="1737299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B41C8F6-B68C-4B34-A1EC-848B6301BE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2698" y="1566777"/>
            <a:ext cx="7286604" cy="634323"/>
          </a:xfrm>
        </p:spPr>
        <p:txBody>
          <a:bodyPr rtlCol="0" anchor="t">
            <a:normAutofit/>
          </a:bodyPr>
          <a:lstStyle>
            <a:lvl1pPr algn="ctr">
              <a:lnSpc>
                <a:spcPct val="125000"/>
              </a:lnSpc>
              <a:defRPr sz="2800"/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1714060220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Equipe Comple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6B7C369-B3B1-47DB-AFB5-4A2FA0A046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6EDB6E9-4285-4C1C-9752-2D43D6078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06/8/20XX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2EDB06-237E-4E77-B217-FD0E19A4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0BACDA0-CD42-4B14-A524-FF6FF7E2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02E4C0-AD5E-4E8C-9F21-7CCE474BDCEB}" type="slidenum">
              <a:rPr lang="pt-BR" noProof="0" smtClean="0"/>
              <a:pPr rtl="0"/>
              <a:t>‹#›</a:t>
            </a:fld>
            <a:endParaRPr lang="pt-BR" noProof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8C5DE79-8AB4-425F-A9CB-B17901806732}"/>
              </a:ext>
            </a:extLst>
          </p:cNvPr>
          <p:cNvSpPr/>
          <p:nvPr userDrawn="1"/>
        </p:nvSpPr>
        <p:spPr>
          <a:xfrm>
            <a:off x="739302" y="739302"/>
            <a:ext cx="10713396" cy="5379396"/>
          </a:xfrm>
          <a:prstGeom prst="rect">
            <a:avLst/>
          </a:prstGeom>
          <a:solidFill>
            <a:schemeClr val="bg2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31" name="Espaço Reservado para Texto 10">
            <a:extLst>
              <a:ext uri="{FF2B5EF4-FFF2-40B4-BE49-F238E27FC236}">
                <a16:creationId xmlns:a16="http://schemas.microsoft.com/office/drawing/2014/main" id="{A8FDD580-B69C-4AF1-9C0C-1CF94ECEB2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18477" y="5098599"/>
            <a:ext cx="2118414" cy="332113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Adicionar nome</a:t>
            </a:r>
          </a:p>
        </p:txBody>
      </p:sp>
      <p:sp>
        <p:nvSpPr>
          <p:cNvPr id="32" name="Espaço Reservado para Texto 10">
            <a:extLst>
              <a:ext uri="{FF2B5EF4-FFF2-40B4-BE49-F238E27FC236}">
                <a16:creationId xmlns:a16="http://schemas.microsoft.com/office/drawing/2014/main" id="{7A72E08F-5B05-415B-A503-4CED86D11F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18477" y="5414833"/>
            <a:ext cx="2118414" cy="332113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36" name="Espaço Reservado para Texto 10">
            <a:extLst>
              <a:ext uri="{FF2B5EF4-FFF2-40B4-BE49-F238E27FC236}">
                <a16:creationId xmlns:a16="http://schemas.microsoft.com/office/drawing/2014/main" id="{02D7BE41-1227-4D94-AC6E-F4D0074917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9016" y="5098599"/>
            <a:ext cx="2118414" cy="332113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Adicionar nome</a:t>
            </a:r>
          </a:p>
        </p:txBody>
      </p:sp>
      <p:sp>
        <p:nvSpPr>
          <p:cNvPr id="37" name="Espaço Reservado para Texto 10">
            <a:extLst>
              <a:ext uri="{FF2B5EF4-FFF2-40B4-BE49-F238E27FC236}">
                <a16:creationId xmlns:a16="http://schemas.microsoft.com/office/drawing/2014/main" id="{C7E8138A-A795-4EF2-B1FF-1A36693A35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39016" y="5414833"/>
            <a:ext cx="2118414" cy="332113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38" name="Espaço Reservado para Texto 10">
            <a:extLst>
              <a:ext uri="{FF2B5EF4-FFF2-40B4-BE49-F238E27FC236}">
                <a16:creationId xmlns:a16="http://schemas.microsoft.com/office/drawing/2014/main" id="{77F66B66-F2E4-439A-A7DF-A9A64B0DF7B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59555" y="5098599"/>
            <a:ext cx="2118414" cy="332113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Adicionar nome</a:t>
            </a:r>
          </a:p>
        </p:txBody>
      </p:sp>
      <p:sp>
        <p:nvSpPr>
          <p:cNvPr id="39" name="Espaço Reservado para Texto 10">
            <a:extLst>
              <a:ext uri="{FF2B5EF4-FFF2-40B4-BE49-F238E27FC236}">
                <a16:creationId xmlns:a16="http://schemas.microsoft.com/office/drawing/2014/main" id="{13CDFA66-0739-48E3-97B6-F63F13A0A83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59555" y="5414833"/>
            <a:ext cx="2118414" cy="332113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40" name="Espaço Reservado para Texto 10">
            <a:extLst>
              <a:ext uri="{FF2B5EF4-FFF2-40B4-BE49-F238E27FC236}">
                <a16:creationId xmlns:a16="http://schemas.microsoft.com/office/drawing/2014/main" id="{B4EE4B66-F80E-45BB-B2FE-CC11E1FBAF2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80094" y="5098599"/>
            <a:ext cx="2118415" cy="332113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Adicionar nome</a:t>
            </a:r>
          </a:p>
        </p:txBody>
      </p:sp>
      <p:sp>
        <p:nvSpPr>
          <p:cNvPr id="41" name="Espaço Reservado para Texto 10">
            <a:extLst>
              <a:ext uri="{FF2B5EF4-FFF2-40B4-BE49-F238E27FC236}">
                <a16:creationId xmlns:a16="http://schemas.microsoft.com/office/drawing/2014/main" id="{51F734C1-F867-4FB6-A239-D99ED9E4C5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80094" y="5414833"/>
            <a:ext cx="2118415" cy="332113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62" name="Espaço Reservado para Imagem 9">
            <a:extLst>
              <a:ext uri="{FF2B5EF4-FFF2-40B4-BE49-F238E27FC236}">
                <a16:creationId xmlns:a16="http://schemas.microsoft.com/office/drawing/2014/main" id="{11E88FD1-69BB-4254-81B8-7B383CE8D2D0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002390" y="2327255"/>
            <a:ext cx="950588" cy="6850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pt-BR" noProof="0"/>
              <a:t>Clique para adicionar a foto</a:t>
            </a:r>
          </a:p>
        </p:txBody>
      </p:sp>
      <p:sp>
        <p:nvSpPr>
          <p:cNvPr id="63" name="Espaço Reservado para Texto 10">
            <a:extLst>
              <a:ext uri="{FF2B5EF4-FFF2-40B4-BE49-F238E27FC236}">
                <a16:creationId xmlns:a16="http://schemas.microsoft.com/office/drawing/2014/main" id="{E6EBB7F2-ABDB-41F2-8A6B-93196276ABF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18477" y="3263610"/>
            <a:ext cx="2118414" cy="332113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Adicionar nome</a:t>
            </a:r>
          </a:p>
        </p:txBody>
      </p:sp>
      <p:sp>
        <p:nvSpPr>
          <p:cNvPr id="64" name="Espaço Reservado para Texto 10">
            <a:extLst>
              <a:ext uri="{FF2B5EF4-FFF2-40B4-BE49-F238E27FC236}">
                <a16:creationId xmlns:a16="http://schemas.microsoft.com/office/drawing/2014/main" id="{4D66759F-DBAD-46B4-929C-18F2FB541B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18477" y="3579845"/>
            <a:ext cx="2118414" cy="39054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68" name="Espaço Reservado para Texto 10">
            <a:extLst>
              <a:ext uri="{FF2B5EF4-FFF2-40B4-BE49-F238E27FC236}">
                <a16:creationId xmlns:a16="http://schemas.microsoft.com/office/drawing/2014/main" id="{07D90C20-BFF7-4D04-AD95-1861DF7450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839016" y="3263610"/>
            <a:ext cx="2118414" cy="332113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Adicionar nome</a:t>
            </a:r>
          </a:p>
        </p:txBody>
      </p:sp>
      <p:sp>
        <p:nvSpPr>
          <p:cNvPr id="69" name="Espaço Reservado para Texto 10">
            <a:extLst>
              <a:ext uri="{FF2B5EF4-FFF2-40B4-BE49-F238E27FC236}">
                <a16:creationId xmlns:a16="http://schemas.microsoft.com/office/drawing/2014/main" id="{EF54F366-5FD7-4707-A0E3-FAFA53156C2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839016" y="3579845"/>
            <a:ext cx="2118414" cy="39054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70" name="Espaço Reservado para Texto 10">
            <a:extLst>
              <a:ext uri="{FF2B5EF4-FFF2-40B4-BE49-F238E27FC236}">
                <a16:creationId xmlns:a16="http://schemas.microsoft.com/office/drawing/2014/main" id="{A51158F4-509A-44E4-A601-2CD7AEDE738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59555" y="3263610"/>
            <a:ext cx="2118414" cy="332113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Adicionar nome</a:t>
            </a:r>
          </a:p>
        </p:txBody>
      </p:sp>
      <p:sp>
        <p:nvSpPr>
          <p:cNvPr id="71" name="Espaço Reservado para Texto 10">
            <a:extLst>
              <a:ext uri="{FF2B5EF4-FFF2-40B4-BE49-F238E27FC236}">
                <a16:creationId xmlns:a16="http://schemas.microsoft.com/office/drawing/2014/main" id="{DA9AC8DA-4C66-4D66-9075-59DC95E2AC3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59555" y="3579845"/>
            <a:ext cx="2118414" cy="39054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72" name="Espaço Reservado para Texto 10">
            <a:extLst>
              <a:ext uri="{FF2B5EF4-FFF2-40B4-BE49-F238E27FC236}">
                <a16:creationId xmlns:a16="http://schemas.microsoft.com/office/drawing/2014/main" id="{F3A598D9-D412-4C15-A31C-3A4842B32E1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80094" y="3263610"/>
            <a:ext cx="2118415" cy="332113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Adicionar nome</a:t>
            </a:r>
          </a:p>
        </p:txBody>
      </p:sp>
      <p:sp>
        <p:nvSpPr>
          <p:cNvPr id="73" name="Espaço Reservado para Texto 10">
            <a:extLst>
              <a:ext uri="{FF2B5EF4-FFF2-40B4-BE49-F238E27FC236}">
                <a16:creationId xmlns:a16="http://schemas.microsoft.com/office/drawing/2014/main" id="{14A0A9AD-40F7-4203-917C-8BFBF4FCF2C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680094" y="3579845"/>
            <a:ext cx="2118415" cy="39054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74" name="Retângulo 73">
            <a:extLst>
              <a:ext uri="{FF2B5EF4-FFF2-40B4-BE49-F238E27FC236}">
                <a16:creationId xmlns:a16="http://schemas.microsoft.com/office/drawing/2014/main" id="{129E220D-4268-4E0B-B292-D87F92DF6ED3}"/>
              </a:ext>
            </a:extLst>
          </p:cNvPr>
          <p:cNvSpPr/>
          <p:nvPr userDrawn="1"/>
        </p:nvSpPr>
        <p:spPr>
          <a:xfrm>
            <a:off x="1947081" y="2272648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78" name="Espaço Reservado para Imagem 9">
            <a:extLst>
              <a:ext uri="{FF2B5EF4-FFF2-40B4-BE49-F238E27FC236}">
                <a16:creationId xmlns:a16="http://schemas.microsoft.com/office/drawing/2014/main" id="{2DB6BDC2-D18B-4AF7-9B33-2FB86D67A64A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2002390" y="4154796"/>
            <a:ext cx="950588" cy="6850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pt-BR" noProof="0"/>
              <a:t>Clique para adicionar a foto</a:t>
            </a:r>
          </a:p>
        </p:txBody>
      </p:sp>
      <p:sp>
        <p:nvSpPr>
          <p:cNvPr id="79" name="Retângulo 78">
            <a:extLst>
              <a:ext uri="{FF2B5EF4-FFF2-40B4-BE49-F238E27FC236}">
                <a16:creationId xmlns:a16="http://schemas.microsoft.com/office/drawing/2014/main" id="{CB9D855A-B11D-44DC-BBE1-7BA68BD18E68}"/>
              </a:ext>
            </a:extLst>
          </p:cNvPr>
          <p:cNvSpPr/>
          <p:nvPr userDrawn="1"/>
        </p:nvSpPr>
        <p:spPr>
          <a:xfrm>
            <a:off x="1947081" y="4100189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80" name="Espaço Reservado para Imagem 9">
            <a:extLst>
              <a:ext uri="{FF2B5EF4-FFF2-40B4-BE49-F238E27FC236}">
                <a16:creationId xmlns:a16="http://schemas.microsoft.com/office/drawing/2014/main" id="{D12B69C6-4468-4017-A141-0864B9065E88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4422929" y="2319234"/>
            <a:ext cx="950588" cy="6850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pt-BR" noProof="0"/>
              <a:t>Clique para adicionar a foto</a:t>
            </a:r>
          </a:p>
        </p:txBody>
      </p:sp>
      <p:sp>
        <p:nvSpPr>
          <p:cNvPr id="81" name="Retângulo 80">
            <a:extLst>
              <a:ext uri="{FF2B5EF4-FFF2-40B4-BE49-F238E27FC236}">
                <a16:creationId xmlns:a16="http://schemas.microsoft.com/office/drawing/2014/main" id="{E874C203-B833-4D0D-9674-D25DFA3F9606}"/>
              </a:ext>
            </a:extLst>
          </p:cNvPr>
          <p:cNvSpPr/>
          <p:nvPr userDrawn="1"/>
        </p:nvSpPr>
        <p:spPr>
          <a:xfrm>
            <a:off x="4367620" y="2264627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82" name="Espaço Reservado para Imagem 9">
            <a:extLst>
              <a:ext uri="{FF2B5EF4-FFF2-40B4-BE49-F238E27FC236}">
                <a16:creationId xmlns:a16="http://schemas.microsoft.com/office/drawing/2014/main" id="{0B83E94D-7A2E-4F82-9F6F-414BB1EE1F9D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422929" y="4146775"/>
            <a:ext cx="950588" cy="6850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pt-BR" noProof="0"/>
              <a:t>Clique para adicionar a foto</a:t>
            </a:r>
          </a:p>
        </p:txBody>
      </p:sp>
      <p:sp>
        <p:nvSpPr>
          <p:cNvPr id="83" name="Retângulo 82">
            <a:extLst>
              <a:ext uri="{FF2B5EF4-FFF2-40B4-BE49-F238E27FC236}">
                <a16:creationId xmlns:a16="http://schemas.microsoft.com/office/drawing/2014/main" id="{454DE692-CD53-4D36-9E21-EDBFA9779183}"/>
              </a:ext>
            </a:extLst>
          </p:cNvPr>
          <p:cNvSpPr/>
          <p:nvPr userDrawn="1"/>
        </p:nvSpPr>
        <p:spPr>
          <a:xfrm>
            <a:off x="4367620" y="4092168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84" name="Espaço Reservado para Imagem 9">
            <a:extLst>
              <a:ext uri="{FF2B5EF4-FFF2-40B4-BE49-F238E27FC236}">
                <a16:creationId xmlns:a16="http://schemas.microsoft.com/office/drawing/2014/main" id="{722A2533-C7FE-4FF8-88EA-CC5A72E587E0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843468" y="2323944"/>
            <a:ext cx="950588" cy="6850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pt-BR" noProof="0"/>
              <a:t>Clique para adicionar a foto</a:t>
            </a:r>
          </a:p>
        </p:txBody>
      </p:sp>
      <p:sp>
        <p:nvSpPr>
          <p:cNvPr id="85" name="Retângulo 84">
            <a:extLst>
              <a:ext uri="{FF2B5EF4-FFF2-40B4-BE49-F238E27FC236}">
                <a16:creationId xmlns:a16="http://schemas.microsoft.com/office/drawing/2014/main" id="{60564730-564F-4992-974D-020B105689EE}"/>
              </a:ext>
            </a:extLst>
          </p:cNvPr>
          <p:cNvSpPr/>
          <p:nvPr userDrawn="1"/>
        </p:nvSpPr>
        <p:spPr>
          <a:xfrm>
            <a:off x="6788159" y="2269337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86" name="Espaço Reservado para Imagem 9">
            <a:extLst>
              <a:ext uri="{FF2B5EF4-FFF2-40B4-BE49-F238E27FC236}">
                <a16:creationId xmlns:a16="http://schemas.microsoft.com/office/drawing/2014/main" id="{3FF1C129-85E6-40AA-8026-14C47F0F038C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6843468" y="4151485"/>
            <a:ext cx="950588" cy="6850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pt-BR" noProof="0"/>
              <a:t>Clique para adicionar a foto</a:t>
            </a:r>
          </a:p>
        </p:txBody>
      </p:sp>
      <p:sp>
        <p:nvSpPr>
          <p:cNvPr id="87" name="Retângulo 86">
            <a:extLst>
              <a:ext uri="{FF2B5EF4-FFF2-40B4-BE49-F238E27FC236}">
                <a16:creationId xmlns:a16="http://schemas.microsoft.com/office/drawing/2014/main" id="{3E7D63A3-3C58-4F80-B353-C26650B97F55}"/>
              </a:ext>
            </a:extLst>
          </p:cNvPr>
          <p:cNvSpPr/>
          <p:nvPr userDrawn="1"/>
        </p:nvSpPr>
        <p:spPr>
          <a:xfrm>
            <a:off x="6788159" y="4096878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88" name="Espaço Reservado para Imagem 9">
            <a:extLst>
              <a:ext uri="{FF2B5EF4-FFF2-40B4-BE49-F238E27FC236}">
                <a16:creationId xmlns:a16="http://schemas.microsoft.com/office/drawing/2014/main" id="{C78943C0-07AD-428D-A010-64CDDC815654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9264007" y="2315923"/>
            <a:ext cx="950588" cy="6850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pt-BR" noProof="0"/>
              <a:t>Clique para adicionar a foto</a:t>
            </a:r>
          </a:p>
        </p:txBody>
      </p:sp>
      <p:sp>
        <p:nvSpPr>
          <p:cNvPr id="89" name="Retângulo 88">
            <a:extLst>
              <a:ext uri="{FF2B5EF4-FFF2-40B4-BE49-F238E27FC236}">
                <a16:creationId xmlns:a16="http://schemas.microsoft.com/office/drawing/2014/main" id="{44D0D2B8-EB2F-407A-A7DF-29BF878D0C97}"/>
              </a:ext>
            </a:extLst>
          </p:cNvPr>
          <p:cNvSpPr/>
          <p:nvPr userDrawn="1"/>
        </p:nvSpPr>
        <p:spPr>
          <a:xfrm>
            <a:off x="9208698" y="2261316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90" name="Espaço Reservado para Imagem 9">
            <a:extLst>
              <a:ext uri="{FF2B5EF4-FFF2-40B4-BE49-F238E27FC236}">
                <a16:creationId xmlns:a16="http://schemas.microsoft.com/office/drawing/2014/main" id="{9F5D0399-2186-4D0F-B2B6-FB29536013E2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9264007" y="4143464"/>
            <a:ext cx="950588" cy="6850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pt-BR" noProof="0"/>
              <a:t>Clique para adicionar a foto</a:t>
            </a:r>
          </a:p>
        </p:txBody>
      </p:sp>
      <p:sp>
        <p:nvSpPr>
          <p:cNvPr id="91" name="Retângulo 90">
            <a:extLst>
              <a:ext uri="{FF2B5EF4-FFF2-40B4-BE49-F238E27FC236}">
                <a16:creationId xmlns:a16="http://schemas.microsoft.com/office/drawing/2014/main" id="{A161A1AC-702C-4209-BE7C-E51F7434B5B5}"/>
              </a:ext>
            </a:extLst>
          </p:cNvPr>
          <p:cNvSpPr/>
          <p:nvPr userDrawn="1"/>
        </p:nvSpPr>
        <p:spPr>
          <a:xfrm>
            <a:off x="9208698" y="4088857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42" name="Título 1">
            <a:extLst>
              <a:ext uri="{FF2B5EF4-FFF2-40B4-BE49-F238E27FC236}">
                <a16:creationId xmlns:a16="http://schemas.microsoft.com/office/drawing/2014/main" id="{8ADA00ED-298B-444A-A7F5-508EDBA56F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2698" y="1187753"/>
            <a:ext cx="7286604" cy="634323"/>
          </a:xfrm>
        </p:spPr>
        <p:txBody>
          <a:bodyPr rtlCol="0" anchor="t">
            <a:normAutofit/>
          </a:bodyPr>
          <a:lstStyle>
            <a:lvl1pPr algn="ctr">
              <a:lnSpc>
                <a:spcPct val="125000"/>
              </a:lnSpc>
              <a:defRPr sz="2800"/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197788667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bre Nó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99B8705-C027-4E12-892E-C32FF13296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7" name="Espaço Reservado para Imagem 7">
            <a:extLst>
              <a:ext uri="{FF2B5EF4-FFF2-40B4-BE49-F238E27FC236}">
                <a16:creationId xmlns:a16="http://schemas.microsoft.com/office/drawing/2014/main" id="{ED685DB5-FA77-4C19-88B8-5A8D733B42B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5012530" y="0"/>
            <a:ext cx="7196138" cy="6867376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adicionar a foto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46919B-FFF8-4FED-8A44-48A7E600E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06/8/20XX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DF28B0-8A34-4E86-9FE3-20BD880CD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D4BE1CCB-96B6-4D9F-A932-D0EBDBD7D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02E4C0-AD5E-4E8C-9F21-7CCE474BDCEB}" type="slidenum">
              <a:rPr lang="pt-BR" noProof="0" smtClean="0"/>
              <a:t>‹#›</a:t>
            </a:fld>
            <a:endParaRPr lang="pt-BR" noProof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F7CB735-9F66-41A8-8F1D-4B66FE1D11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2" y="1672143"/>
            <a:ext cx="6019802" cy="3513714"/>
          </a:xfrm>
          <a:solidFill>
            <a:schemeClr val="accent6">
              <a:alpha val="80000"/>
            </a:schemeClr>
          </a:solidFill>
        </p:spPr>
        <p:txBody>
          <a:bodyPr lIns="676656" tIns="795528" rtlCol="0" anchor="t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  <p:sp>
        <p:nvSpPr>
          <p:cNvPr id="11" name="Espaço Reservado para Texto 17">
            <a:extLst>
              <a:ext uri="{FF2B5EF4-FFF2-40B4-BE49-F238E27FC236}">
                <a16:creationId xmlns:a16="http://schemas.microsoft.com/office/drawing/2014/main" id="{4A51F916-D1A0-40B2-A894-1C597A7AAF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4575" y="3007594"/>
            <a:ext cx="4850550" cy="1731145"/>
          </a:xfrm>
        </p:spPr>
        <p:txBody>
          <a:bodyPr rtlCol="0">
            <a:noAutofit/>
          </a:bodyPr>
          <a:lstStyle>
            <a:lvl1pPr marL="0" indent="0" algn="l">
              <a:lnSpc>
                <a:spcPct val="125000"/>
              </a:lnSpc>
              <a:buNone/>
              <a:defRPr sz="1400" spc="100" baseline="0">
                <a:solidFill>
                  <a:schemeClr val="accent2"/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</p:spTree>
    <p:extLst>
      <p:ext uri="{BB962C8B-B14F-4D97-AF65-F5344CB8AC3E}">
        <p14:creationId xmlns:p14="http://schemas.microsoft.com/office/powerpoint/2010/main" val="1236195098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radecem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7">
            <a:extLst>
              <a:ext uri="{FF2B5EF4-FFF2-40B4-BE49-F238E27FC236}">
                <a16:creationId xmlns:a16="http://schemas.microsoft.com/office/drawing/2014/main" id="{10B86B2D-56E1-4FB2-8CC9-DBC6C0B6EB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0" y="0"/>
            <a:ext cx="8153400" cy="6858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adicionar a foto</a:t>
            </a:r>
          </a:p>
        </p:txBody>
      </p:sp>
      <p:sp>
        <p:nvSpPr>
          <p:cNvPr id="8" name="Espaço Reservado para Texto 17">
            <a:extLst>
              <a:ext uri="{FF2B5EF4-FFF2-40B4-BE49-F238E27FC236}">
                <a16:creationId xmlns:a16="http://schemas.microsoft.com/office/drawing/2014/main" id="{1D70C38F-1ABB-4C86-972A-E388226700C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65112" y="2326705"/>
            <a:ext cx="4114592" cy="2212496"/>
          </a:xfrm>
        </p:spPr>
        <p:txBody>
          <a:bodyPr rtlCol="0">
            <a:noAutofit/>
          </a:bodyPr>
          <a:lstStyle>
            <a:lvl1pPr marL="0" indent="0" algn="l">
              <a:lnSpc>
                <a:spcPct val="125000"/>
              </a:lnSpc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19B0AE4-4C17-4975-A59C-4D9EFE584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06/8/20XX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5FC9023-3371-40C0-A618-BF8AA20FF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8221E28-544B-4D00-A151-341F3D7EC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02E4C0-AD5E-4E8C-9F21-7CCE474BDCEB}" type="slidenum">
              <a:rPr lang="pt-BR" noProof="0" smtClean="0"/>
              <a:pPr rtl="0"/>
              <a:t>‹#›</a:t>
            </a:fld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907CF0-318A-401D-9F77-B63C65D296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52360" y="1728566"/>
            <a:ext cx="4127344" cy="724702"/>
          </a:xfrm>
        </p:spPr>
        <p:txBody>
          <a:bodyPr rtlCol="0" anchor="t">
            <a:noAutofit/>
          </a:bodyPr>
          <a:lstStyle>
            <a:lvl1pPr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2198803486"/>
      </p:ext>
    </p:extLst>
  </p:cSld>
  <p:clrMapOvr>
    <a:masterClrMapping/>
  </p:clrMapOvr>
</p:sldLayout>
</file>

<file path=ppt/slideLayouts/slideLayout5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ão Geral do Prod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A0CE26C-A8CF-4DC0-9913-86FF0ED876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5DD4FC6-591F-4220-A331-724C4FE41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06/8/20XX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1506146-DCCA-4419-9FC3-7F33AEABA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4BDEDAF2-5575-4164-9610-7906C2033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02E4C0-AD5E-4E8C-9F21-7CCE474BDCEB}" type="slidenum">
              <a:rPr lang="pt-BR" noProof="0" smtClean="0"/>
              <a:t>‹#›</a:t>
            </a:fld>
            <a:endParaRPr lang="pt-BR" noProof="0"/>
          </a:p>
        </p:txBody>
      </p:sp>
      <p:sp>
        <p:nvSpPr>
          <p:cNvPr id="35" name="Espaço Reservado para Texto 14">
            <a:extLst>
              <a:ext uri="{FF2B5EF4-FFF2-40B4-BE49-F238E27FC236}">
                <a16:creationId xmlns:a16="http://schemas.microsoft.com/office/drawing/2014/main" id="{0C598512-93DF-4C00-A3BC-4CFF184217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0484" y="3639417"/>
            <a:ext cx="2383764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600" b="1" cap="all" spc="20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36" name="Espaço Reservado para Texto 14">
            <a:extLst>
              <a:ext uri="{FF2B5EF4-FFF2-40B4-BE49-F238E27FC236}">
                <a16:creationId xmlns:a16="http://schemas.microsoft.com/office/drawing/2014/main" id="{9AFC7B8A-881F-4E97-91D4-F41DFA6D8F8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484" y="3965866"/>
            <a:ext cx="2383764" cy="112608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7" name="Espaço Reservado para Texto 14">
            <a:extLst>
              <a:ext uri="{FF2B5EF4-FFF2-40B4-BE49-F238E27FC236}">
                <a16:creationId xmlns:a16="http://schemas.microsoft.com/office/drawing/2014/main" id="{77B10018-89A9-49C8-8DCE-621EF9328C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78982" y="3969554"/>
            <a:ext cx="2383764" cy="112608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8" name="Espaço Reservado para Texto 14">
            <a:extLst>
              <a:ext uri="{FF2B5EF4-FFF2-40B4-BE49-F238E27FC236}">
                <a16:creationId xmlns:a16="http://schemas.microsoft.com/office/drawing/2014/main" id="{342C0572-2FB8-4C18-AD74-75A1653213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7478" y="3953422"/>
            <a:ext cx="2383765" cy="112608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9" name="Espaço Reservado para Texto 14">
            <a:extLst>
              <a:ext uri="{FF2B5EF4-FFF2-40B4-BE49-F238E27FC236}">
                <a16:creationId xmlns:a16="http://schemas.microsoft.com/office/drawing/2014/main" id="{3495EE04-F172-4AD4-8FE7-4A03B1CE4F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88445" y="3953422"/>
            <a:ext cx="2383765" cy="112608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40" name="Espaço Reservado para Texto 14">
            <a:extLst>
              <a:ext uri="{FF2B5EF4-FFF2-40B4-BE49-F238E27FC236}">
                <a16:creationId xmlns:a16="http://schemas.microsoft.com/office/drawing/2014/main" id="{F23ABA12-4A7C-42A2-9A8E-9E7F1A2BB23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19503" y="3639417"/>
            <a:ext cx="2502719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600" b="1" cap="all" spc="20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41" name="Espaço Reservado para Texto 14">
            <a:extLst>
              <a:ext uri="{FF2B5EF4-FFF2-40B4-BE49-F238E27FC236}">
                <a16:creationId xmlns:a16="http://schemas.microsoft.com/office/drawing/2014/main" id="{1E11CB21-11BD-400A-BC43-71A9AFA928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37478" y="3639417"/>
            <a:ext cx="2383765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600" b="1" cap="all" spc="20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42" name="Espaço Reservado para Texto 14">
            <a:extLst>
              <a:ext uri="{FF2B5EF4-FFF2-40B4-BE49-F238E27FC236}">
                <a16:creationId xmlns:a16="http://schemas.microsoft.com/office/drawing/2014/main" id="{02DE0CA8-2A1F-49D8-B9B6-BF353B9808C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88445" y="3639417"/>
            <a:ext cx="2383765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600" b="1" cap="all" spc="20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55D3DD0-ED40-47C1-B841-046E1D918B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2697" y="1581912"/>
            <a:ext cx="7286605" cy="634323"/>
          </a:xfrm>
        </p:spPr>
        <p:txBody>
          <a:bodyPr rtlCol="0">
            <a:normAutofit/>
          </a:bodyPr>
          <a:lstStyle>
            <a:lvl1pPr algn="ctr">
              <a:lnSpc>
                <a:spcPct val="125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23C97099-E767-429A-80C6-731FB9D295F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510614" y="2847098"/>
            <a:ext cx="603504" cy="603504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22" name="Espaço Reservado para Imagem 3">
            <a:extLst>
              <a:ext uri="{FF2B5EF4-FFF2-40B4-BE49-F238E27FC236}">
                <a16:creationId xmlns:a16="http://schemas.microsoft.com/office/drawing/2014/main" id="{E2E22B87-E0E3-4234-B4FA-C9FC97DEDCB3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369110" y="2847098"/>
            <a:ext cx="603504" cy="603504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24" name="Espaço Reservado para Imagem 3">
            <a:extLst>
              <a:ext uri="{FF2B5EF4-FFF2-40B4-BE49-F238E27FC236}">
                <a16:creationId xmlns:a16="http://schemas.microsoft.com/office/drawing/2014/main" id="{8EF1B794-5E10-4558-B229-0D8F5895CCA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227608" y="2847098"/>
            <a:ext cx="603504" cy="603504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25" name="Espaço Reservado para Imagem 3">
            <a:extLst>
              <a:ext uri="{FF2B5EF4-FFF2-40B4-BE49-F238E27FC236}">
                <a16:creationId xmlns:a16="http://schemas.microsoft.com/office/drawing/2014/main" id="{5ECB6791-2C34-417D-9AB9-03C9A8BBDF91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10078575" y="2847098"/>
            <a:ext cx="603504" cy="603504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45192996"/>
      </p:ext>
    </p:extLst>
  </p:cSld>
  <p:clrMapOvr>
    <a:masterClrMapping/>
  </p:clrMapOvr>
</p:sldLayout>
</file>

<file path=ppt/slideLayouts/slideLayout6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efícios do prod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57C8E50C-1C7A-4E62-B38F-3E12A174C8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7" name="Espaço Reservado para Imagem 7">
            <a:extLst>
              <a:ext uri="{FF2B5EF4-FFF2-40B4-BE49-F238E27FC236}">
                <a16:creationId xmlns:a16="http://schemas.microsoft.com/office/drawing/2014/main" id="{7AF7405C-6DF9-4409-85F0-8C1DCCC0AC6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2570" y="729926"/>
            <a:ext cx="6456836" cy="5388772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adicionar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883B71-4A78-4B93-97F2-F54D7DC100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67704" y="1881922"/>
            <a:ext cx="5749200" cy="3084630"/>
          </a:xfrm>
          <a:solidFill>
            <a:schemeClr val="bg2">
              <a:alpha val="93000"/>
            </a:schemeClr>
          </a:solidFill>
        </p:spPr>
        <p:txBody>
          <a:bodyPr lIns="694944" tIns="713232" rtlCol="0" anchor="t">
            <a:normAutofit/>
          </a:bodyPr>
          <a:lstStyle>
            <a:lvl1pPr algn="l">
              <a:lnSpc>
                <a:spcPct val="100000"/>
              </a:lnSpc>
              <a:defRPr sz="2800"/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  <p:sp>
        <p:nvSpPr>
          <p:cNvPr id="9" name="Espaço Reservado para Texto 17">
            <a:extLst>
              <a:ext uri="{FF2B5EF4-FFF2-40B4-BE49-F238E27FC236}">
                <a16:creationId xmlns:a16="http://schemas.microsoft.com/office/drawing/2014/main" id="{83F286D7-A050-456B-BDD3-3FFAA21A80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79405" y="3201410"/>
            <a:ext cx="4614604" cy="1291638"/>
          </a:xfrm>
        </p:spPr>
        <p:txBody>
          <a:bodyPr rtlCol="0">
            <a:noAutofit/>
          </a:bodyPr>
          <a:lstStyle>
            <a:lvl1pPr marL="0" indent="0" algn="l">
              <a:lnSpc>
                <a:spcPct val="125000"/>
              </a:lnSpc>
              <a:buNone/>
              <a:defRPr sz="1400" spc="100" baseline="0">
                <a:solidFill>
                  <a:schemeClr val="accent2"/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A927E28-2C60-4D18-8BB3-DC9627E13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06/8/20XX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290EE45-541D-483E-A0B8-5997A2F98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504E100B-E96A-45D4-9553-51CF2CBA5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02E4C0-AD5E-4E8C-9F21-7CCE474BDCEB}" type="slidenum">
              <a:rPr lang="pt-BR" noProof="0" smtClean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770124081"/>
      </p:ext>
    </p:extLst>
  </p:cSld>
  <p:clrMapOvr>
    <a:masterClrMapping/>
  </p:clrMapOvr>
</p:sldLayout>
</file>

<file path=ppt/slideLayouts/slideLayout9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ão geral do Mer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927D588-C832-4149-9B9F-D817459D8B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10CE2C-509A-4C33-AB34-6F278F117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06/8/20XX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F06B8C-060C-4139-B354-239A56BB3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957BE7C0-2680-40FD-88E4-27D6E7775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02E4C0-AD5E-4E8C-9F21-7CCE474BDCEB}" type="slidenum">
              <a:rPr lang="pt-BR" noProof="0" smtClean="0"/>
              <a:t>‹#›</a:t>
            </a:fld>
            <a:endParaRPr lang="pt-BR" noProof="0"/>
          </a:p>
        </p:txBody>
      </p:sp>
      <p:sp>
        <p:nvSpPr>
          <p:cNvPr id="10" name="Espaço Reservado para Texto 14">
            <a:extLst>
              <a:ext uri="{FF2B5EF4-FFF2-40B4-BE49-F238E27FC236}">
                <a16:creationId xmlns:a16="http://schemas.microsoft.com/office/drawing/2014/main" id="{01941F94-25C7-46EC-89FE-B12B54F77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6075" y="4076963"/>
            <a:ext cx="3035881" cy="1485635"/>
          </a:xfrm>
          <a:prstGeom prst="rect">
            <a:avLst/>
          </a:prstGeom>
        </p:spPr>
        <p:txBody>
          <a:bodyPr rtlCol="0"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Adicionar texto aqui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1DE2747E-A71B-4917-8960-56D4F927D8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1068" y="2806964"/>
            <a:ext cx="2693128" cy="991689"/>
          </a:xfrm>
          <a:prstGeom prst="rect">
            <a:avLst/>
          </a:prstGeom>
        </p:spPr>
        <p:txBody>
          <a:bodyPr rtlCol="0" anchor="b"/>
          <a:lstStyle>
            <a:lvl1pPr marL="0" indent="0" algn="r">
              <a:buNone/>
              <a:defRPr sz="4000" b="1" kern="0" cap="all" spc="40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12" name="Espaço Reservado para Texto 14">
            <a:extLst>
              <a:ext uri="{FF2B5EF4-FFF2-40B4-BE49-F238E27FC236}">
                <a16:creationId xmlns:a16="http://schemas.microsoft.com/office/drawing/2014/main" id="{B3830FC7-44D5-48CD-AA84-4E262F2EB8C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89632" y="4076963"/>
            <a:ext cx="3035880" cy="1485635"/>
          </a:xfrm>
          <a:prstGeom prst="rect">
            <a:avLst/>
          </a:prstGeom>
        </p:spPr>
        <p:txBody>
          <a:bodyPr rtlCol="0"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Adicione um texto aqui</a:t>
            </a:r>
          </a:p>
        </p:txBody>
      </p:sp>
      <p:sp>
        <p:nvSpPr>
          <p:cNvPr id="13" name="Espaço Reservado para Texto 14">
            <a:extLst>
              <a:ext uri="{FF2B5EF4-FFF2-40B4-BE49-F238E27FC236}">
                <a16:creationId xmlns:a16="http://schemas.microsoft.com/office/drawing/2014/main" id="{51F423C9-E1B4-4BD9-98A5-9397C32447D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63187" y="4076963"/>
            <a:ext cx="3023761" cy="1485635"/>
          </a:xfrm>
          <a:prstGeom prst="rect">
            <a:avLst/>
          </a:prstGeom>
        </p:spPr>
        <p:txBody>
          <a:bodyPr rtlCol="0"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Adicione um texto aqui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A0DF3CDE-1C08-4B0C-8DC3-9FCBBD3E61D4}"/>
              </a:ext>
            </a:extLst>
          </p:cNvPr>
          <p:cNvCxnSpPr>
            <a:cxnSpLocks/>
          </p:cNvCxnSpPr>
          <p:nvPr userDrawn="1"/>
        </p:nvCxnSpPr>
        <p:spPr>
          <a:xfrm>
            <a:off x="832513" y="3939883"/>
            <a:ext cx="2903678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ço Reservado para Texto 10">
            <a:extLst>
              <a:ext uri="{FF2B5EF4-FFF2-40B4-BE49-F238E27FC236}">
                <a16:creationId xmlns:a16="http://schemas.microsoft.com/office/drawing/2014/main" id="{C026C956-C6C4-4010-889F-B8D76203646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73324" y="2806964"/>
            <a:ext cx="2693128" cy="991689"/>
          </a:xfrm>
          <a:prstGeom prst="rect">
            <a:avLst/>
          </a:prstGeom>
        </p:spPr>
        <p:txBody>
          <a:bodyPr rtlCol="0" anchor="b"/>
          <a:lstStyle>
            <a:lvl1pPr marL="0" indent="0" algn="r">
              <a:buNone/>
              <a:defRPr sz="4000" b="1" kern="0" cap="all" spc="40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16" name="Espaço Reservado para Texto 10">
            <a:extLst>
              <a:ext uri="{FF2B5EF4-FFF2-40B4-BE49-F238E27FC236}">
                <a16:creationId xmlns:a16="http://schemas.microsoft.com/office/drawing/2014/main" id="{A4D363AD-B16F-46C4-9856-EA9EAC699E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940173" y="2806964"/>
            <a:ext cx="2693128" cy="991689"/>
          </a:xfrm>
          <a:prstGeom prst="rect">
            <a:avLst/>
          </a:prstGeom>
        </p:spPr>
        <p:txBody>
          <a:bodyPr rtlCol="0" anchor="b"/>
          <a:lstStyle>
            <a:lvl1pPr marL="0" indent="0" algn="r">
              <a:buNone/>
              <a:defRPr sz="4000" b="1" kern="0" cap="all" spc="40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D6E9BAEE-70B0-4F15-B6B7-D5AE0227618F}"/>
              </a:ext>
            </a:extLst>
          </p:cNvPr>
          <p:cNvCxnSpPr>
            <a:cxnSpLocks/>
          </p:cNvCxnSpPr>
          <p:nvPr userDrawn="1"/>
        </p:nvCxnSpPr>
        <p:spPr>
          <a:xfrm>
            <a:off x="4699359" y="3939883"/>
            <a:ext cx="2903678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8F0848BB-EF65-4D43-AC18-9C4F4749CA6D}"/>
              </a:ext>
            </a:extLst>
          </p:cNvPr>
          <p:cNvCxnSpPr>
            <a:cxnSpLocks/>
          </p:cNvCxnSpPr>
          <p:nvPr userDrawn="1"/>
        </p:nvCxnSpPr>
        <p:spPr>
          <a:xfrm>
            <a:off x="8566207" y="3939883"/>
            <a:ext cx="2903678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C7CA7F01-3F2D-4396-A7D4-3D21C56D7F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016" y="1643321"/>
            <a:ext cx="4856634" cy="466344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defRPr sz="2800">
                <a:ln w="19050">
                  <a:solidFill>
                    <a:schemeClr val="accent5"/>
                  </a:solidFill>
                </a:ln>
              </a:defRPr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3692045447"/>
      </p:ext>
    </p:extLst>
  </p:cSld>
  <p:clrMapOvr>
    <a:masterClrMapping/>
  </p:clrMapOvr>
</p:sldLayout>
</file>

<file path=ppt/slideLayouts/slideLayout10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de Mer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E6D8EB4-0AAB-4C86-96ED-AB74FA56A6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10" name="Espaço Reservado para Imagem 7">
            <a:extLst>
              <a:ext uri="{FF2B5EF4-FFF2-40B4-BE49-F238E27FC236}">
                <a16:creationId xmlns:a16="http://schemas.microsoft.com/office/drawing/2014/main" id="{5DEE423F-FC4A-461D-8AA7-F7C14B8066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334461" cy="6867376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adicionar a foto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7D30EC-51F8-4EBE-9AC8-349D6E064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06/8/20XX</a:t>
            </a:r>
          </a:p>
        </p:txBody>
      </p:sp>
      <p:sp>
        <p:nvSpPr>
          <p:cNvPr id="14" name="Espaço Reservado para Texto 10">
            <a:extLst>
              <a:ext uri="{FF2B5EF4-FFF2-40B4-BE49-F238E27FC236}">
                <a16:creationId xmlns:a16="http://schemas.microsoft.com/office/drawing/2014/main" id="{9EF7FC71-AF21-4CDA-8E86-E05EB4F1C44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3468" y="3260492"/>
            <a:ext cx="1152144" cy="768096"/>
          </a:xfrm>
          <a:prstGeom prst="rect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 sz="2400" b="1" cap="all" spc="100" baseline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US$2 Bi.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E21B81-6A13-47D5-AD62-B1B0E4868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E12BB476-8DFF-468F-B950-1F980EB4D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02E4C0-AD5E-4E8C-9F21-7CCE474BDCEB}" type="slidenum">
              <a:rPr lang="pt-BR" noProof="0" smtClean="0"/>
              <a:t>‹#›</a:t>
            </a:fld>
            <a:endParaRPr lang="pt-BR" noProof="0"/>
          </a:p>
        </p:txBody>
      </p:sp>
      <p:sp>
        <p:nvSpPr>
          <p:cNvPr id="16" name="Espaço Reservado para Texto 10">
            <a:extLst>
              <a:ext uri="{FF2B5EF4-FFF2-40B4-BE49-F238E27FC236}">
                <a16:creationId xmlns:a16="http://schemas.microsoft.com/office/drawing/2014/main" id="{BF893A53-04CF-497B-9C3D-502C92BA0DA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3467" y="4773463"/>
            <a:ext cx="1152144" cy="768096"/>
          </a:xfrm>
          <a:prstGeom prst="rect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 sz="2400" b="1" cap="all" spc="100" baseline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US$1 Bi.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58BD5CDD-220E-41E0-82DD-820C0D834A4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17970" y="1609772"/>
            <a:ext cx="3365003" cy="1171533"/>
          </a:xfrm>
          <a:prstGeom prst="rect">
            <a:avLst/>
          </a:prstGeom>
        </p:spPr>
        <p:txBody>
          <a:bodyPr rtlCol="0"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50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253384AB-173D-4216-A221-BFA565FC12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7375" y="1747520"/>
            <a:ext cx="1152144" cy="768096"/>
          </a:xfrm>
          <a:prstGeom prst="rect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 sz="2400" b="1" cap="all" spc="100" baseline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US$3 Bi.</a:t>
            </a:r>
          </a:p>
        </p:txBody>
      </p:sp>
      <p:sp>
        <p:nvSpPr>
          <p:cNvPr id="20" name="Espaço Reservado para Texto 10">
            <a:extLst>
              <a:ext uri="{FF2B5EF4-FFF2-40B4-BE49-F238E27FC236}">
                <a16:creationId xmlns:a16="http://schemas.microsoft.com/office/drawing/2014/main" id="{45638026-D669-4C2A-82A4-5F35D27DCA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17970" y="3129515"/>
            <a:ext cx="3365003" cy="1170432"/>
          </a:xfrm>
          <a:prstGeom prst="rect">
            <a:avLst/>
          </a:prstGeom>
        </p:spPr>
        <p:txBody>
          <a:bodyPr rtlCol="0"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50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A19EAA97-D0F2-464B-8450-83BF202CEC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817970" y="4648156"/>
            <a:ext cx="3365003" cy="1170432"/>
          </a:xfrm>
          <a:prstGeom prst="rect">
            <a:avLst/>
          </a:prstGeom>
        </p:spPr>
        <p:txBody>
          <a:bodyPr rtlCol="0"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50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DFF2174-FDCE-466A-8A4C-06AD6CAA44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7016" y="746631"/>
            <a:ext cx="5184648" cy="466344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972322242"/>
      </p:ext>
    </p:extLst>
  </p:cSld>
  <p:clrMapOvr>
    <a:masterClrMapping/>
  </p:clrMapOvr>
</p:sldLayout>
</file>

<file path=ppt/slideLayouts/slideLayout1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ssa Concorrência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spaço Reservado para Imagem 7">
            <a:extLst>
              <a:ext uri="{FF2B5EF4-FFF2-40B4-BE49-F238E27FC236}">
                <a16:creationId xmlns:a16="http://schemas.microsoft.com/office/drawing/2014/main" id="{9216DCA9-E871-422D-B12D-3E1C39ACD2E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 rot="5400000" flipH="1">
            <a:off x="-2092961" y="2092960"/>
            <a:ext cx="6858002" cy="2672081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adicionar a foto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754628-3BB3-414A-88E4-67B3809A6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06/8/20XX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D99CEA-3489-476A-9C9D-ED977FE6E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1DCD55B0-9BDF-49CC-B30F-96112214E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02E4C0-AD5E-4E8C-9F21-7CCE474BDCEB}" type="slidenum">
              <a:rPr lang="pt-BR" noProof="0" smtClean="0"/>
              <a:t>‹#›</a:t>
            </a:fld>
            <a:endParaRPr lang="pt-BR" noProof="0"/>
          </a:p>
        </p:txBody>
      </p:sp>
      <p:sp>
        <p:nvSpPr>
          <p:cNvPr id="17" name="Espaço Reservado para Texto 10">
            <a:extLst>
              <a:ext uri="{FF2B5EF4-FFF2-40B4-BE49-F238E27FC236}">
                <a16:creationId xmlns:a16="http://schemas.microsoft.com/office/drawing/2014/main" id="{F9CF3D99-4BB8-4944-A82E-385209DF3D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11826" y="2881982"/>
            <a:ext cx="3975054" cy="2966740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100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8" name="Espaço Reservado para Texto 10">
            <a:extLst>
              <a:ext uri="{FF2B5EF4-FFF2-40B4-BE49-F238E27FC236}">
                <a16:creationId xmlns:a16="http://schemas.microsoft.com/office/drawing/2014/main" id="{083CED13-2FB7-4DA4-87BD-B5AEF0C631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11826" y="2502477"/>
            <a:ext cx="3975054" cy="426393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l">
              <a:buNone/>
              <a:defRPr sz="1600" b="1" cap="all" spc="10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9" name="Espaço Reservado para Texto 10">
            <a:extLst>
              <a:ext uri="{FF2B5EF4-FFF2-40B4-BE49-F238E27FC236}">
                <a16:creationId xmlns:a16="http://schemas.microsoft.com/office/drawing/2014/main" id="{D240762F-003B-4B0E-A561-6734EA9AC8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78746" y="2881982"/>
            <a:ext cx="3695653" cy="2966740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100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0" name="Espaço Reservado para Texto 10">
            <a:extLst>
              <a:ext uri="{FF2B5EF4-FFF2-40B4-BE49-F238E27FC236}">
                <a16:creationId xmlns:a16="http://schemas.microsoft.com/office/drawing/2014/main" id="{387E9583-831E-4863-9A96-3E583A98F2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78746" y="2502477"/>
            <a:ext cx="3695653" cy="426393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l">
              <a:buNone/>
              <a:defRPr sz="1600" b="1" cap="all" spc="10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6F4071-8FD4-4FF1-BA06-DD4D780FE4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96032" y="1649421"/>
            <a:ext cx="5184648" cy="466344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defRPr sz="2800">
                <a:ln w="19050">
                  <a:solidFill>
                    <a:schemeClr val="accent6"/>
                  </a:solidFill>
                </a:ln>
              </a:defRPr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3951320910"/>
      </p:ext>
    </p:extLst>
  </p:cSld>
  <p:clrMapOvr>
    <a:masterClrMapping/>
  </p:clrMapOvr>
</p:sldLayout>
</file>

<file path=ppt/slideLayouts/slideLayout14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3D91600-3E99-42F4-85C2-60F442CD5E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2" name="Espaço Reservado para Conteúdo 8">
            <a:extLst>
              <a:ext uri="{FF2B5EF4-FFF2-40B4-BE49-F238E27FC236}">
                <a16:creationId xmlns:a16="http://schemas.microsoft.com/office/drawing/2014/main" id="{30B4BBA3-2E4B-4AF2-8A2B-92DD019631E8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66428" y="2782888"/>
            <a:ext cx="4992567" cy="3436937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8" name="Espaço Reservado para Texto 14">
            <a:extLst>
              <a:ext uri="{FF2B5EF4-FFF2-40B4-BE49-F238E27FC236}">
                <a16:creationId xmlns:a16="http://schemas.microsoft.com/office/drawing/2014/main" id="{44460CAC-F6F8-43F8-93F5-188B790DEE6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52699" y="1592681"/>
            <a:ext cx="7306060" cy="393427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ctr">
              <a:buNone/>
              <a:defRPr sz="1800" cap="none" spc="200" baseline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1pPr>
          </a:lstStyle>
          <a:p>
            <a:pPr lvl="0" rtl="0"/>
            <a:r>
              <a:rPr lang="pt-BR" noProof="0"/>
              <a:t>Adicionar legenda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968D310-58F4-4A10-A286-9B42AECFD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06/8/20XX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C868E10-EEA7-4017-B7CA-17B5EB23C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2B014CA-8BED-467C-AC80-6DC5B3DDC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02E4C0-AD5E-4E8C-9F21-7CCE474BDCEB}" type="slidenum">
              <a:rPr lang="pt-BR" noProof="0" smtClean="0"/>
              <a:pPr rtl="0"/>
              <a:t>‹#›</a:t>
            </a:fld>
            <a:endParaRPr lang="pt-BR" noProof="0"/>
          </a:p>
        </p:txBody>
      </p:sp>
      <p:sp>
        <p:nvSpPr>
          <p:cNvPr id="78" name="Espaço Reservado para Texto 14">
            <a:extLst>
              <a:ext uri="{FF2B5EF4-FFF2-40B4-BE49-F238E27FC236}">
                <a16:creationId xmlns:a16="http://schemas.microsoft.com/office/drawing/2014/main" id="{2C4E099A-EEE4-40B4-B9B5-32A5A981F95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05410" y="2333977"/>
            <a:ext cx="5007023" cy="448769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600" b="1" cap="all" spc="20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79" name="Espaço Reservado para Texto 14">
            <a:extLst>
              <a:ext uri="{FF2B5EF4-FFF2-40B4-BE49-F238E27FC236}">
                <a16:creationId xmlns:a16="http://schemas.microsoft.com/office/drawing/2014/main" id="{51338F1A-6EF2-4AA5-9EE8-628C9D57C27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9569" y="2339781"/>
            <a:ext cx="4993148" cy="448769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600" b="1" cap="all" spc="20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DF744EAD-73E9-49F3-9CA4-9A344EB625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1534" y="989042"/>
            <a:ext cx="7287768" cy="630936"/>
          </a:xfrm>
        </p:spPr>
        <p:txBody>
          <a:bodyPr rtlCol="0" anchor="t">
            <a:noAutofit/>
          </a:bodyPr>
          <a:lstStyle>
            <a:lvl1pPr algn="ctr">
              <a:lnSpc>
                <a:spcPct val="125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ACB4710E-545B-4940-B69A-359188335AD3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919283" y="2782888"/>
            <a:ext cx="4992567" cy="3436937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150270249"/>
      </p:ext>
    </p:extLst>
  </p:cSld>
  <p:clrMapOvr>
    <a:masterClrMapping/>
  </p:clrMapOvr>
</p:sldLayout>
</file>

<file path=ppt/slideLayouts/slideLayout15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no de Ação de Dois An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9533791-52F7-40F6-B230-7BF6C505CC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68A0C5-BEED-4BC5-ACD5-3F28EDE19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06/8/20XX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35EA781-4C22-4390-A03C-CA5DCCB7A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6FE694A4-07AC-48C4-A560-162C1F4EC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02E4C0-AD5E-4E8C-9F21-7CCE474BDCEB}" type="slidenum">
              <a:rPr lang="pt-BR" noProof="0" smtClean="0"/>
              <a:pPr rtl="0"/>
              <a:t>‹#›</a:t>
            </a:fld>
            <a:endParaRPr lang="pt-BR" noProof="0"/>
          </a:p>
        </p:txBody>
      </p:sp>
      <p:sp>
        <p:nvSpPr>
          <p:cNvPr id="16" name="Espaço Reservado para Texto 14">
            <a:extLst>
              <a:ext uri="{FF2B5EF4-FFF2-40B4-BE49-F238E27FC236}">
                <a16:creationId xmlns:a16="http://schemas.microsoft.com/office/drawing/2014/main" id="{2A6B27A0-0449-46AE-A770-EBB281A1A9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12346" y="31701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7" name="Espaço Reservado para Texto 14">
            <a:extLst>
              <a:ext uri="{FF2B5EF4-FFF2-40B4-BE49-F238E27FC236}">
                <a16:creationId xmlns:a16="http://schemas.microsoft.com/office/drawing/2014/main" id="{1E70DE9B-2CDE-44B6-9307-FC12D873CA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01761" y="31701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8" name="Espaço Reservado para Texto 14">
            <a:extLst>
              <a:ext uri="{FF2B5EF4-FFF2-40B4-BE49-F238E27FC236}">
                <a16:creationId xmlns:a16="http://schemas.microsoft.com/office/drawing/2014/main" id="{123B5183-98F9-43BF-BE37-2AE0A049EA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1176" y="31701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9" name="Espaço Reservado para Texto 14">
            <a:extLst>
              <a:ext uri="{FF2B5EF4-FFF2-40B4-BE49-F238E27FC236}">
                <a16:creationId xmlns:a16="http://schemas.microsoft.com/office/drawing/2014/main" id="{49DAB7F1-F6E7-4F92-B252-D9B81196A3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0591" y="31701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0" name="Espaço Reservado para Texto 14">
            <a:extLst>
              <a:ext uri="{FF2B5EF4-FFF2-40B4-BE49-F238E27FC236}">
                <a16:creationId xmlns:a16="http://schemas.microsoft.com/office/drawing/2014/main" id="{4037F0E4-C57B-4033-B973-C69A03D9702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807" y="3170170"/>
            <a:ext cx="61531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1" name="Espaço Reservado para Texto 14">
            <a:extLst>
              <a:ext uri="{FF2B5EF4-FFF2-40B4-BE49-F238E27FC236}">
                <a16:creationId xmlns:a16="http://schemas.microsoft.com/office/drawing/2014/main" id="{85DAD742-736F-42D3-99FC-6046CF57A7A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59421" y="31701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2" name="Espaço Reservado para Texto 14">
            <a:extLst>
              <a:ext uri="{FF2B5EF4-FFF2-40B4-BE49-F238E27FC236}">
                <a16:creationId xmlns:a16="http://schemas.microsoft.com/office/drawing/2014/main" id="{53EC6732-F61D-431C-88C9-BAA5039B6B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48836" y="31701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3" name="Espaço Reservado para Texto 14">
            <a:extLst>
              <a:ext uri="{FF2B5EF4-FFF2-40B4-BE49-F238E27FC236}">
                <a16:creationId xmlns:a16="http://schemas.microsoft.com/office/drawing/2014/main" id="{B8218F9A-C149-4D30-8437-B9D8C0DAF1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38251" y="31701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4" name="Espaço Reservado para Texto 14">
            <a:extLst>
              <a:ext uri="{FF2B5EF4-FFF2-40B4-BE49-F238E27FC236}">
                <a16:creationId xmlns:a16="http://schemas.microsoft.com/office/drawing/2014/main" id="{BCA166BB-F293-4289-B0EB-57580EC9608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27666" y="31701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5" name="Espaço Reservado para Texto 14">
            <a:extLst>
              <a:ext uri="{FF2B5EF4-FFF2-40B4-BE49-F238E27FC236}">
                <a16:creationId xmlns:a16="http://schemas.microsoft.com/office/drawing/2014/main" id="{77397369-CCB5-450E-8FD1-46B3B54F6B8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17081" y="31701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6" name="Espaço Reservado para Texto 14">
            <a:extLst>
              <a:ext uri="{FF2B5EF4-FFF2-40B4-BE49-F238E27FC236}">
                <a16:creationId xmlns:a16="http://schemas.microsoft.com/office/drawing/2014/main" id="{78252082-BCF2-4955-B695-35F48EF76FD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06496" y="31701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7" name="Espaço Reservado para Texto 14">
            <a:extLst>
              <a:ext uri="{FF2B5EF4-FFF2-40B4-BE49-F238E27FC236}">
                <a16:creationId xmlns:a16="http://schemas.microsoft.com/office/drawing/2014/main" id="{AF998D11-3FAA-4712-8C34-404C1BDCEC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95907" y="31701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8" name="Espaço Reservado para Texto 14">
            <a:extLst>
              <a:ext uri="{FF2B5EF4-FFF2-40B4-BE49-F238E27FC236}">
                <a16:creationId xmlns:a16="http://schemas.microsoft.com/office/drawing/2014/main" id="{2AA33C54-3898-452E-979F-F1B5853E737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12346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9" name="Espaço Reservado para Texto 14">
            <a:extLst>
              <a:ext uri="{FF2B5EF4-FFF2-40B4-BE49-F238E27FC236}">
                <a16:creationId xmlns:a16="http://schemas.microsoft.com/office/drawing/2014/main" id="{0569AA0A-65D1-4456-9A14-327E6CE6DF6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01761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0" name="Espaço Reservado para Texto 14">
            <a:extLst>
              <a:ext uri="{FF2B5EF4-FFF2-40B4-BE49-F238E27FC236}">
                <a16:creationId xmlns:a16="http://schemas.microsoft.com/office/drawing/2014/main" id="{028EB91C-9303-4EB3-886A-E5DA884A80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91176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1" name="Espaço Reservado para Texto 14">
            <a:extLst>
              <a:ext uri="{FF2B5EF4-FFF2-40B4-BE49-F238E27FC236}">
                <a16:creationId xmlns:a16="http://schemas.microsoft.com/office/drawing/2014/main" id="{4A47908B-3F69-4786-9C40-C12392133F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80591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2" name="Espaço Reservado para Texto 14">
            <a:extLst>
              <a:ext uri="{FF2B5EF4-FFF2-40B4-BE49-F238E27FC236}">
                <a16:creationId xmlns:a16="http://schemas.microsoft.com/office/drawing/2014/main" id="{378EEBEC-FDBD-4D14-ADCA-4C72B269E99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10807" y="4871997"/>
            <a:ext cx="61531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3" name="Espaço Reservado para Texto 14">
            <a:extLst>
              <a:ext uri="{FF2B5EF4-FFF2-40B4-BE49-F238E27FC236}">
                <a16:creationId xmlns:a16="http://schemas.microsoft.com/office/drawing/2014/main" id="{044989A5-8040-43C0-BE05-6A79C3BE63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59421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4" name="Espaço Reservado para Texto 14">
            <a:extLst>
              <a:ext uri="{FF2B5EF4-FFF2-40B4-BE49-F238E27FC236}">
                <a16:creationId xmlns:a16="http://schemas.microsoft.com/office/drawing/2014/main" id="{52581A3A-F479-4780-81BE-CCBCF398141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8836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5" name="Espaço Reservado para Texto 14">
            <a:extLst>
              <a:ext uri="{FF2B5EF4-FFF2-40B4-BE49-F238E27FC236}">
                <a16:creationId xmlns:a16="http://schemas.microsoft.com/office/drawing/2014/main" id="{3D361DBA-153A-4846-BDA4-CC63FF94744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38251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6" name="Espaço Reservado para Texto 14">
            <a:extLst>
              <a:ext uri="{FF2B5EF4-FFF2-40B4-BE49-F238E27FC236}">
                <a16:creationId xmlns:a16="http://schemas.microsoft.com/office/drawing/2014/main" id="{78FB324E-EE00-4CC5-9F81-5EF71F30503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27666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7" name="Espaço Reservado para Texto 14">
            <a:extLst>
              <a:ext uri="{FF2B5EF4-FFF2-40B4-BE49-F238E27FC236}">
                <a16:creationId xmlns:a16="http://schemas.microsoft.com/office/drawing/2014/main" id="{78AA454F-F92D-4844-92A6-A3FEDD88B30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17081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8" name="Espaço Reservado para Texto 14">
            <a:extLst>
              <a:ext uri="{FF2B5EF4-FFF2-40B4-BE49-F238E27FC236}">
                <a16:creationId xmlns:a16="http://schemas.microsoft.com/office/drawing/2014/main" id="{651BCA7B-5BF4-4A0F-95C1-2014315E80B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06496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9" name="Espaço Reservado para Texto 14">
            <a:extLst>
              <a:ext uri="{FF2B5EF4-FFF2-40B4-BE49-F238E27FC236}">
                <a16:creationId xmlns:a16="http://schemas.microsoft.com/office/drawing/2014/main" id="{7E3F41F1-0E06-45ED-894F-7F38510C27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95907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52" name="Espaço Reservado para Texto 14">
            <a:extLst>
              <a:ext uri="{FF2B5EF4-FFF2-40B4-BE49-F238E27FC236}">
                <a16:creationId xmlns:a16="http://schemas.microsoft.com/office/drawing/2014/main" id="{C02572F8-1812-49D5-B24A-088659DE9FC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772" y="2763180"/>
            <a:ext cx="1021001" cy="501726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Adicionar ano</a:t>
            </a:r>
          </a:p>
        </p:txBody>
      </p:sp>
      <p:sp>
        <p:nvSpPr>
          <p:cNvPr id="53" name="Espaço Reservado para Texto 14">
            <a:extLst>
              <a:ext uri="{FF2B5EF4-FFF2-40B4-BE49-F238E27FC236}">
                <a16:creationId xmlns:a16="http://schemas.microsoft.com/office/drawing/2014/main" id="{453EA1A1-A67D-4132-9EA0-584E8FA796C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53772" y="4449967"/>
            <a:ext cx="1021001" cy="501726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Adicionar ano</a:t>
            </a:r>
          </a:p>
        </p:txBody>
      </p:sp>
      <p:sp>
        <p:nvSpPr>
          <p:cNvPr id="54" name="Espaço Reservado para Texto 14">
            <a:extLst>
              <a:ext uri="{FF2B5EF4-FFF2-40B4-BE49-F238E27FC236}">
                <a16:creationId xmlns:a16="http://schemas.microsoft.com/office/drawing/2014/main" id="{658BFCC4-C261-4874-8195-FDA3C5001E0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029367" y="2071320"/>
            <a:ext cx="1440088" cy="598827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55" name="Espaço Reservado para Texto 14">
            <a:extLst>
              <a:ext uri="{FF2B5EF4-FFF2-40B4-BE49-F238E27FC236}">
                <a16:creationId xmlns:a16="http://schemas.microsoft.com/office/drawing/2014/main" id="{158708C7-ABA0-43E5-BB89-A1B7B2C4523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97612" y="2071320"/>
            <a:ext cx="1440088" cy="598827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56" name="Espaço Reservado para Texto 14">
            <a:extLst>
              <a:ext uri="{FF2B5EF4-FFF2-40B4-BE49-F238E27FC236}">
                <a16:creationId xmlns:a16="http://schemas.microsoft.com/office/drawing/2014/main" id="{2AE59213-95B1-4597-AD8C-D55D96D561E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44687" y="2071320"/>
            <a:ext cx="1440088" cy="598827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57" name="Espaço Reservado para Texto 14">
            <a:extLst>
              <a:ext uri="{FF2B5EF4-FFF2-40B4-BE49-F238E27FC236}">
                <a16:creationId xmlns:a16="http://schemas.microsoft.com/office/drawing/2014/main" id="{2B9A460E-592F-41EA-9F9C-8953AFAC223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29367" y="3862599"/>
            <a:ext cx="1440088" cy="549318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58" name="Espaço Reservado para Texto 14">
            <a:extLst>
              <a:ext uri="{FF2B5EF4-FFF2-40B4-BE49-F238E27FC236}">
                <a16:creationId xmlns:a16="http://schemas.microsoft.com/office/drawing/2014/main" id="{3065B3A8-F99B-47E6-B517-D93AC0FC450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76442" y="3862599"/>
            <a:ext cx="1440088" cy="549318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none" spc="10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59" name="Espaço Reservado para Texto 14">
            <a:extLst>
              <a:ext uri="{FF2B5EF4-FFF2-40B4-BE49-F238E27FC236}">
                <a16:creationId xmlns:a16="http://schemas.microsoft.com/office/drawing/2014/main" id="{B2187073-BC0A-4137-A204-D35C44CD7F8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923517" y="3862599"/>
            <a:ext cx="1440088" cy="549318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40" name="Título 1">
            <a:extLst>
              <a:ext uri="{FF2B5EF4-FFF2-40B4-BE49-F238E27FC236}">
                <a16:creationId xmlns:a16="http://schemas.microsoft.com/office/drawing/2014/main" id="{35F35AF6-FBA2-4CA2-8A1F-2C977E6C97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1534" y="989042"/>
            <a:ext cx="7287768" cy="630936"/>
          </a:xfrm>
        </p:spPr>
        <p:txBody>
          <a:bodyPr rtlCol="0" anchor="t">
            <a:noAutofit/>
          </a:bodyPr>
          <a:lstStyle>
            <a:lvl1pPr algn="ctr">
              <a:lnSpc>
                <a:spcPct val="125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1558216560"/>
      </p:ext>
    </p:extLst>
  </p:cSld>
  <p:clrMapOvr>
    <a:masterClrMapping/>
  </p:clrMapOvr>
</p:sldLayout>
</file>

<file path=ppt/slideLayouts/slideLayout16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ç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5C89BE0-E34D-48FA-8ED2-CA69BFBC4F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3" name="Espaço Reservado para Imagem 7">
            <a:extLst>
              <a:ext uri="{FF2B5EF4-FFF2-40B4-BE49-F238E27FC236}">
                <a16:creationId xmlns:a16="http://schemas.microsoft.com/office/drawing/2014/main" id="{AB20A778-FBFD-4ED2-8E9B-6645F59A4D1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79732" y="0"/>
            <a:ext cx="5012268" cy="6867376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adicionar a foto</a:t>
            </a:r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3B12CF59-4802-4969-8645-8E2014DF0A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79732" y="0"/>
            <a:ext cx="5012267" cy="6867376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adicionar foto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23CB959-A5D6-4887-9B77-916F0EA10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06/8/20XX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8C0AFFF-66EA-44D7-828D-244A190B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4D589006-A738-42A2-B328-34F70A778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02E4C0-AD5E-4E8C-9F21-7CCE474BDCEB}" type="slidenum">
              <a:rPr lang="pt-BR" noProof="0" smtClean="0"/>
              <a:pPr rtl="0"/>
              <a:t>‹#›</a:t>
            </a:fld>
            <a:endParaRPr lang="pt-BR" noProof="0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473E75D8-7274-49D2-8CF2-0E990C29CC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50" y="715939"/>
            <a:ext cx="4864608" cy="365760"/>
          </a:xfrm>
        </p:spPr>
        <p:txBody>
          <a:bodyPr rtlCol="0" anchor="t">
            <a:noAutofit/>
          </a:bodyPr>
          <a:lstStyle>
            <a:lvl1pPr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8591683-9C5C-45D2-A241-FC48B66B50D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93750" y="1238250"/>
            <a:ext cx="5422392" cy="459028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574096767"/>
      </p:ext>
    </p:extLst>
  </p:cSld>
  <p:clrMapOvr>
    <a:masterClrMapping/>
  </p:clrMapOvr>
</p:sldLayout>
</file>

<file path=ppt/slideLayouts/slideLayout19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FBC2989-2CED-47FB-8D23-FF60F2561E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A429704-4AB7-47AB-8C1F-4C2E4C99A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06/8/20XX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0348280-3106-454C-9D69-9BD1267B1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09426433-6916-408B-BE80-EB35C6930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02E4C0-AD5E-4E8C-9F21-7CCE474BDCEB}" type="slidenum">
              <a:rPr lang="pt-BR" noProof="0" smtClean="0"/>
              <a:pPr rtl="0"/>
              <a:t>‹#›</a:t>
            </a:fld>
            <a:endParaRPr lang="pt-BR" noProof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137D1BF6-CA32-48D3-B8AE-5D5C621A7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9" name="Espaço Reservado para Texto 14">
            <a:extLst>
              <a:ext uri="{FF2B5EF4-FFF2-40B4-BE49-F238E27FC236}">
                <a16:creationId xmlns:a16="http://schemas.microsoft.com/office/drawing/2014/main" id="{F57E488F-AD89-4213-9093-5646DF323A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0511" y="4114240"/>
            <a:ext cx="2382386" cy="61370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cap="all" spc="200" baseline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20" name="Espaço Reservado para Texto 14">
            <a:extLst>
              <a:ext uri="{FF2B5EF4-FFF2-40B4-BE49-F238E27FC236}">
                <a16:creationId xmlns:a16="http://schemas.microsoft.com/office/drawing/2014/main" id="{E31C9DEB-43A3-4514-9EB8-2CE147497B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0511" y="4733168"/>
            <a:ext cx="2382386" cy="857935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1" name="Espaço Reservado para Texto 14">
            <a:extLst>
              <a:ext uri="{FF2B5EF4-FFF2-40B4-BE49-F238E27FC236}">
                <a16:creationId xmlns:a16="http://schemas.microsoft.com/office/drawing/2014/main" id="{254EC399-E62D-401A-936C-2B26F8265F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4039" y="4114240"/>
            <a:ext cx="2382386" cy="61370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cap="all" spc="200" baseline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22" name="Espaço Reservado para Texto 14">
            <a:extLst>
              <a:ext uri="{FF2B5EF4-FFF2-40B4-BE49-F238E27FC236}">
                <a16:creationId xmlns:a16="http://schemas.microsoft.com/office/drawing/2014/main" id="{4F49DC18-7C09-4FFC-98BF-DC17FCE6223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84039" y="4733168"/>
            <a:ext cx="2382386" cy="857935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3" name="Espaço Reservado para Texto 14">
            <a:extLst>
              <a:ext uri="{FF2B5EF4-FFF2-40B4-BE49-F238E27FC236}">
                <a16:creationId xmlns:a16="http://schemas.microsoft.com/office/drawing/2014/main" id="{9D21F281-5009-4E28-B34E-218C36B33AB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7567" y="4114240"/>
            <a:ext cx="2382386" cy="61370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cap="all" spc="20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24" name="Espaço Reservado para Texto 14">
            <a:extLst>
              <a:ext uri="{FF2B5EF4-FFF2-40B4-BE49-F238E27FC236}">
                <a16:creationId xmlns:a16="http://schemas.microsoft.com/office/drawing/2014/main" id="{75C2A3FB-F206-4ED3-A8BF-712D66D52D2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67567" y="4733168"/>
            <a:ext cx="2382386" cy="857935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5" name="Espaço Reservado para Texto 14">
            <a:extLst>
              <a:ext uri="{FF2B5EF4-FFF2-40B4-BE49-F238E27FC236}">
                <a16:creationId xmlns:a16="http://schemas.microsoft.com/office/drawing/2014/main" id="{433D1544-1248-444D-B0AC-C5B22E1D26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51094" y="4114240"/>
            <a:ext cx="2382386" cy="61370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cap="all" spc="200" baseline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26" name="Espaço Reservado para Texto 14">
            <a:extLst>
              <a:ext uri="{FF2B5EF4-FFF2-40B4-BE49-F238E27FC236}">
                <a16:creationId xmlns:a16="http://schemas.microsoft.com/office/drawing/2014/main" id="{9F4FDF38-0969-49B5-BE15-AB7D41B68D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51094" y="4733168"/>
            <a:ext cx="2382386" cy="857935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7" name="Espaço Reservado para Texto 10">
            <a:extLst>
              <a:ext uri="{FF2B5EF4-FFF2-40B4-BE49-F238E27FC236}">
                <a16:creationId xmlns:a16="http://schemas.microsoft.com/office/drawing/2014/main" id="{A749E3E6-EB0F-4108-9196-2A2DDD63E2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85758" y="2399173"/>
            <a:ext cx="1611892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  <a:defRPr sz="2800" b="1" cap="all" spc="100" baseline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28" name="Espaço Reservado para Texto 10">
            <a:extLst>
              <a:ext uri="{FF2B5EF4-FFF2-40B4-BE49-F238E27FC236}">
                <a16:creationId xmlns:a16="http://schemas.microsoft.com/office/drawing/2014/main" id="{CA8E4A5D-4A2C-4FCA-9886-11A6692866A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52814" y="2399173"/>
            <a:ext cx="1611892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b="1" cap="all" spc="10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29" name="Espaço Reservado para Texto 10">
            <a:extLst>
              <a:ext uri="{FF2B5EF4-FFF2-40B4-BE49-F238E27FC236}">
                <a16:creationId xmlns:a16="http://schemas.microsoft.com/office/drawing/2014/main" id="{D12F1290-6B4C-49B8-BC26-3B433534C3F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36341" y="2399173"/>
            <a:ext cx="1611892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b="1" cap="all" spc="100" baseline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30" name="Espaço Reservado para Texto 10">
            <a:extLst>
              <a:ext uri="{FF2B5EF4-FFF2-40B4-BE49-F238E27FC236}">
                <a16:creationId xmlns:a16="http://schemas.microsoft.com/office/drawing/2014/main" id="{0E60E704-AD01-4048-8D70-3F4CA25DA6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969286" y="2399173"/>
            <a:ext cx="1611892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b="1" cap="all" spc="100" baseline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31" name="Título 1">
            <a:extLst>
              <a:ext uri="{FF2B5EF4-FFF2-40B4-BE49-F238E27FC236}">
                <a16:creationId xmlns:a16="http://schemas.microsoft.com/office/drawing/2014/main" id="{4CB251EF-EB2B-4D32-A321-FEC37EAB8D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50" y="715939"/>
            <a:ext cx="4864608" cy="365760"/>
          </a:xfrm>
        </p:spPr>
        <p:txBody>
          <a:bodyPr rtlCol="0" anchor="t">
            <a:noAutofit/>
          </a:bodyPr>
          <a:lstStyle>
            <a:lvl1pPr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3779173275"/>
      </p:ext>
    </p:extLst>
  </p:cSld>
  <p:clrMapOvr>
    <a:masterClrMapping/>
  </p:clrMapOvr>
</p:sldLayout>
</file>

<file path=ppt/slideLayouts/slideLayout20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7">
            <a:extLst>
              <a:ext uri="{FF2B5EF4-FFF2-40B4-BE49-F238E27FC236}">
                <a16:creationId xmlns:a16="http://schemas.microsoft.com/office/drawing/2014/main" id="{D2CF4D42-6C74-47FD-8195-943D55ADA87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adicionar a foto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9275658-2C01-4217-AE99-DF0FDFFE4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06/8/20XX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F913D93-CECF-4647-8DC2-8F7DD04E7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03C60507-1EAA-4632-9D67-1BD599F4F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02E4C0-AD5E-4E8C-9F21-7CCE474BDCEB}" type="slidenum">
              <a:rPr lang="pt-BR" noProof="0" smtClean="0"/>
              <a:pPr rtl="0"/>
              <a:t>‹#›</a:t>
            </a:fld>
            <a:endParaRPr lang="pt-BR" noProof="0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2754639B-AD71-425C-BF07-356C0F14C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353381"/>
            <a:ext cx="5622878" cy="4151236"/>
          </a:xfrm>
          <a:solidFill>
            <a:schemeClr val="accent3">
              <a:alpha val="90000"/>
            </a:schemeClr>
          </a:solidFill>
        </p:spPr>
        <p:txBody>
          <a:bodyPr vert="horz" lIns="649224" tIns="749808" rIns="91440" bIns="45720" rtlCol="0" anchor="t">
            <a:noAutofit/>
          </a:bodyPr>
          <a:lstStyle>
            <a:lvl1pPr>
              <a:defRPr lang="en-US" sz="2800">
                <a:ln w="19050">
                  <a:solidFill>
                    <a:schemeClr val="bg1"/>
                  </a:solidFill>
                </a:ln>
                <a:ea typeface="+mn-ea"/>
                <a:cs typeface="+mn-cs"/>
              </a:defRPr>
            </a:lvl1pPr>
          </a:lstStyle>
          <a:p>
            <a:pPr marL="0" lvl="0" indent="0" rtl="0">
              <a:spcBef>
                <a:spcPts val="0"/>
              </a:spcBef>
              <a:buFont typeface="Arial" panose="020B0604020202020204" pitchFamily="34" charset="0"/>
            </a:pPr>
            <a:r>
              <a:rPr lang="pt-BR" noProof="0"/>
              <a:t>Clique para adicionar um título</a:t>
            </a:r>
          </a:p>
        </p:txBody>
      </p:sp>
      <p:sp>
        <p:nvSpPr>
          <p:cNvPr id="8" name="Espaço Reservado para Texto 17">
            <a:extLst>
              <a:ext uri="{FF2B5EF4-FFF2-40B4-BE49-F238E27FC236}">
                <a16:creationId xmlns:a16="http://schemas.microsoft.com/office/drawing/2014/main" id="{64CF3C46-90B8-467D-9D50-086B913570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7993" y="2689071"/>
            <a:ext cx="4567209" cy="2212496"/>
          </a:xfrm>
        </p:spPr>
        <p:txBody>
          <a:bodyPr rtlCol="0">
            <a:noAutofit/>
          </a:bodyPr>
          <a:lstStyle>
            <a:lvl1pPr marL="0" indent="0" algn="l">
              <a:lnSpc>
                <a:spcPct val="125000"/>
              </a:lnSpc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</p:spTree>
    <p:extLst>
      <p:ext uri="{BB962C8B-B14F-4D97-AF65-F5344CB8AC3E}">
        <p14:creationId xmlns:p14="http://schemas.microsoft.com/office/powerpoint/2010/main" val="2171803026"/>
      </p:ext>
    </p:extLst>
  </p:cSld>
  <p:clrMapOvr>
    <a:masterClrMapping/>
  </p:clrMapOvr>
</p:sldLayout>
</file>

<file path=ppt/slideMasters/_rels/slideMaster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2.xml" Id="rId8" /><Relationship Type="http://schemas.openxmlformats.org/officeDocument/2006/relationships/slideLayout" Target="/ppt/slideLayouts/slideLayout133.xml" Id="rId13" /><Relationship Type="http://schemas.openxmlformats.org/officeDocument/2006/relationships/slideLayout" Target="/ppt/slideLayouts/slideLayout184.xml" Id="rId18" /><Relationship Type="http://schemas.openxmlformats.org/officeDocument/2006/relationships/slideLayout" Target="/ppt/slideLayouts/slideLayout35.xml" Id="rId3" /><Relationship Type="http://schemas.openxmlformats.org/officeDocument/2006/relationships/slideLayout" Target="/ppt/slideLayouts/slideLayout216.xml" Id="rId21" /><Relationship Type="http://schemas.openxmlformats.org/officeDocument/2006/relationships/slideLayout" Target="/ppt/slideLayouts/slideLayout77.xml" Id="rId7" /><Relationship Type="http://schemas.openxmlformats.org/officeDocument/2006/relationships/slideLayout" Target="/ppt/slideLayouts/slideLayout128.xml" Id="rId12" /><Relationship Type="http://schemas.openxmlformats.org/officeDocument/2006/relationships/slideLayout" Target="/ppt/slideLayouts/slideLayout179.xml" Id="rId17" /><Relationship Type="http://schemas.openxmlformats.org/officeDocument/2006/relationships/slideLayout" Target="/ppt/slideLayouts/slideLayout210.xml" Id="rId2" /><Relationship Type="http://schemas.openxmlformats.org/officeDocument/2006/relationships/slideLayout" Target="/ppt/slideLayouts/slideLayout1611.xml" Id="rId16" /><Relationship Type="http://schemas.openxmlformats.org/officeDocument/2006/relationships/slideLayout" Target="/ppt/slideLayouts/slideLayout2012.xml" Id="rId20" /><Relationship Type="http://schemas.openxmlformats.org/officeDocument/2006/relationships/slideLayout" Target="/ppt/slideLayouts/slideLayout113.xml" Id="rId1" /><Relationship Type="http://schemas.openxmlformats.org/officeDocument/2006/relationships/slideLayout" Target="/ppt/slideLayouts/slideLayout614.xml" Id="rId6" /><Relationship Type="http://schemas.openxmlformats.org/officeDocument/2006/relationships/slideLayout" Target="/ppt/slideLayouts/slideLayout1115.xml" Id="rId11" /><Relationship Type="http://schemas.openxmlformats.org/officeDocument/2006/relationships/slideLayout" Target="/ppt/slideLayouts/slideLayout516.xml" Id="rId5" /><Relationship Type="http://schemas.openxmlformats.org/officeDocument/2006/relationships/slideLayout" Target="/ppt/slideLayouts/slideLayout1517.xml" Id="rId15" /><Relationship Type="http://schemas.openxmlformats.org/officeDocument/2006/relationships/slideLayout" Target="/ppt/slideLayouts/slideLayout1018.xml" Id="rId10" /><Relationship Type="http://schemas.openxmlformats.org/officeDocument/2006/relationships/slideLayout" Target="/ppt/slideLayouts/slideLayout1919.xml" Id="rId19" /><Relationship Type="http://schemas.openxmlformats.org/officeDocument/2006/relationships/slideLayout" Target="/ppt/slideLayouts/slideLayout41.xml" Id="rId4" /><Relationship Type="http://schemas.openxmlformats.org/officeDocument/2006/relationships/slideLayout" Target="/ppt/slideLayouts/slideLayout920.xml" Id="rId9" /><Relationship Type="http://schemas.openxmlformats.org/officeDocument/2006/relationships/slideLayout" Target="/ppt/slideLayouts/slideLayout1421.xml" Id="rId14" /><Relationship Type="http://schemas.openxmlformats.org/officeDocument/2006/relationships/theme" Target="/ppt/theme/theme12.xml" Id="rId22" /></Relationships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930B4CC-1CD5-414E-92CD-721B331F6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2A47427-FA4C-4262-9C2A-A640B569D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FE89D4-4BDC-4CC9-959B-0D2E0BEB89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100" baseline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1pPr>
          </a:lstStyle>
          <a:p>
            <a:pPr rtl="0"/>
            <a:r>
              <a:rPr lang="pt-BR" noProof="0"/>
              <a:t>06/8/20XX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1285D2-5742-46C4-A6B1-B07CC6823A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100" baseline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03D7CF20-6E1A-4F87-A039-3C59B25DA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100" baseline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1pPr>
          </a:lstStyle>
          <a:p>
            <a:pPr rtl="0"/>
            <a:fld id="{A402E4C0-AD5E-4E8C-9F21-7CCE474BDCEB}" type="slidenum">
              <a:rPr lang="pt-BR" noProof="0" smtClean="0"/>
              <a:pPr rtl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34822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kern="1200" cap="all" spc="400" baseline="0">
          <a:ln w="19050">
            <a:solidFill>
              <a:schemeClr val="accent2"/>
            </a:solidFill>
          </a:ln>
          <a:noFill/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5.xml.rels>&#65279;<?xml version="1.0" encoding="utf-8"?><Relationships xmlns="http://schemas.openxmlformats.org/package/2006/relationships"><Relationship Type="http://schemas.openxmlformats.org/officeDocument/2006/relationships/image" Target="/ppt/media/image169.jpeg" Id="rId3" /><Relationship Type="http://schemas.openxmlformats.org/officeDocument/2006/relationships/notesSlide" Target="/ppt/notesSlides/notesSlide35.xml" Id="rId2" /><Relationship Type="http://schemas.openxmlformats.org/officeDocument/2006/relationships/slideLayout" Target="/ppt/slideLayouts/slideLayout35.xml" Id="rId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notesSlide" Target="/ppt/notesSlides/notesSlide41.xml" Id="rId2" /><Relationship Type="http://schemas.openxmlformats.org/officeDocument/2006/relationships/slideLayout" Target="/ppt/slideLayouts/slideLayout41.xml" Id="rId1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image" Target="/ppt/media/image2710.jpeg" Id="rId3" /><Relationship Type="http://schemas.openxmlformats.org/officeDocument/2006/relationships/notesSlide" Target="/ppt/notesSlides/notesSlide86.xml" Id="rId2" /><Relationship Type="http://schemas.openxmlformats.org/officeDocument/2006/relationships/slideLayout" Target="/ppt/slideLayouts/slideLayout82.xml" Id="rId1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notesSlide" Target="/ppt/notesSlides/notesSlide92.xml" Id="rId2" /><Relationship Type="http://schemas.openxmlformats.org/officeDocument/2006/relationships/slideLayout" Target="/ppt/slideLayouts/slideLayout920.xml" Id="rId1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image" Target="/ppt/media/image1417.jpeg" Id="rId3" /><Relationship Type="http://schemas.openxmlformats.org/officeDocument/2006/relationships/notesSlide" Target="/ppt/notesSlides/notesSlide112.xml" Id="rId2" /><Relationship Type="http://schemas.openxmlformats.org/officeDocument/2006/relationships/slideLayout" Target="/ppt/slideLayouts/slideLayout113.xml" Id="rId1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notesSlide" Target="/ppt/notesSlides/notesSlide128.xml" Id="rId2" /><Relationship Type="http://schemas.openxmlformats.org/officeDocument/2006/relationships/slideLayout" Target="/ppt/slideLayouts/slideLayout128.xml" Id="rId1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notesSlide" Target="/ppt/notesSlides/notesSlide137.xml" Id="rId2" /><Relationship Type="http://schemas.openxmlformats.org/officeDocument/2006/relationships/slideLayout" Target="/ppt/slideLayouts/slideLayout133.xml" Id="rId1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notesSlide" Target="/ppt/notesSlides/notesSlide143.xml" Id="rId2" /><Relationship Type="http://schemas.openxmlformats.org/officeDocument/2006/relationships/slideLayout" Target="/ppt/slideLayouts/slideLayout1517.xml" Id="rId1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image" Target="/ppt/media/image3111.jpeg" Id="rId3" /><Relationship Type="http://schemas.openxmlformats.org/officeDocument/2006/relationships/notesSlide" Target="/ppt/notesSlides/notesSlide169.xml" Id="rId2" /><Relationship Type="http://schemas.openxmlformats.org/officeDocument/2006/relationships/slideLayout" Target="/ppt/slideLayouts/slideLayout179.xml" Id="rId1" /><Relationship Type="http://schemas.openxmlformats.org/officeDocument/2006/relationships/image" Target="/ppt/media/image3412.jpeg" Id="rId6" /><Relationship Type="http://schemas.openxmlformats.org/officeDocument/2006/relationships/image" Target="/ppt/media/image3313.jpeg" Id="rId5" /><Relationship Type="http://schemas.openxmlformats.org/officeDocument/2006/relationships/image" Target="/ppt/media/image3214.jpeg" Id="rId4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image" Target="/ppt/media/image40.jpeg" Id="rId8" /><Relationship Type="http://schemas.openxmlformats.org/officeDocument/2006/relationships/image" Target="/ppt/media/image352.jpeg" Id="rId3" /><Relationship Type="http://schemas.openxmlformats.org/officeDocument/2006/relationships/image" Target="/ppt/media/image393.jpeg" Id="rId7" /><Relationship Type="http://schemas.openxmlformats.org/officeDocument/2006/relationships/notesSlide" Target="/ppt/notesSlides/notesSlide174.xml" Id="rId2" /><Relationship Type="http://schemas.openxmlformats.org/officeDocument/2006/relationships/slideLayout" Target="/ppt/slideLayouts/slideLayout184.xml" Id="rId1" /><Relationship Type="http://schemas.openxmlformats.org/officeDocument/2006/relationships/image" Target="/ppt/media/image384.jpeg" Id="rId6" /><Relationship Type="http://schemas.openxmlformats.org/officeDocument/2006/relationships/image" Target="/ppt/media/image375.jpeg" Id="rId5" /><Relationship Type="http://schemas.openxmlformats.org/officeDocument/2006/relationships/image" Target="/ppt/media/image426.jpeg" Id="rId10" /><Relationship Type="http://schemas.openxmlformats.org/officeDocument/2006/relationships/image" Target="/ppt/media/image367.jpeg" Id="rId4" /><Relationship Type="http://schemas.openxmlformats.org/officeDocument/2006/relationships/image" Target="/ppt/media/image418.jpeg" Id="rId9" /></Relationships>
</file>

<file path=ppt/slides/_rels/slide210.xml.rels>&#65279;<?xml version="1.0" encoding="utf-8"?><Relationships xmlns="http://schemas.openxmlformats.org/package/2006/relationships"><Relationship Type="http://schemas.openxmlformats.org/officeDocument/2006/relationships/image" Target="/ppt/media/image1515.jpeg" Id="rId3" /><Relationship Type="http://schemas.openxmlformats.org/officeDocument/2006/relationships/notesSlide" Target="/ppt/notesSlides/notesSlide210.xml" Id="rId2" /><Relationship Type="http://schemas.openxmlformats.org/officeDocument/2006/relationships/slideLayout" Target="/ppt/slideLayouts/slideLayout210.xml" Id="rId1" /></Relationships>
</file>

<file path=ppt/slides/_rels/slide517.xml.rels>&#65279;<?xml version="1.0" encoding="utf-8"?><Relationships xmlns="http://schemas.openxmlformats.org/package/2006/relationships"><Relationship Type="http://schemas.openxmlformats.org/officeDocument/2006/relationships/image" Target="/ppt/media/image22.svg" Id="rId8" /><Relationship Type="http://schemas.openxmlformats.org/officeDocument/2006/relationships/image" Target="/ppt/media/image1715.png" Id="rId3" /><Relationship Type="http://schemas.openxmlformats.org/officeDocument/2006/relationships/image" Target="/ppt/media/image2116.png" Id="rId7" /><Relationship Type="http://schemas.openxmlformats.org/officeDocument/2006/relationships/notesSlide" Target="/ppt/notesSlides/notesSlide517.xml" Id="rId2" /><Relationship Type="http://schemas.openxmlformats.org/officeDocument/2006/relationships/slideLayout" Target="/ppt/slideLayouts/slideLayout516.xml" Id="rId1" /><Relationship Type="http://schemas.openxmlformats.org/officeDocument/2006/relationships/image" Target="/ppt/media/image202.svg" Id="rId6" /><Relationship Type="http://schemas.openxmlformats.org/officeDocument/2006/relationships/image" Target="/ppt/media/image1917.png" Id="rId5" /><Relationship Type="http://schemas.openxmlformats.org/officeDocument/2006/relationships/image" Target="/ppt/media/image243.svg" Id="rId10" /><Relationship Type="http://schemas.openxmlformats.org/officeDocument/2006/relationships/image" Target="/ppt/media/image184.svg" Id="rId4" /><Relationship Type="http://schemas.openxmlformats.org/officeDocument/2006/relationships/image" Target="/ppt/media/image2318.png" Id="rId9" /></Relationships>
</file>

<file path=ppt/slides/_rels/slide615.xml.rels>&#65279;<?xml version="1.0" encoding="utf-8"?><Relationships xmlns="http://schemas.openxmlformats.org/package/2006/relationships"><Relationship Type="http://schemas.openxmlformats.org/officeDocument/2006/relationships/image" Target="/ppt/media/image2520.jpeg" Id="rId3" /><Relationship Type="http://schemas.openxmlformats.org/officeDocument/2006/relationships/notesSlide" Target="/ppt/notesSlides/notesSlide615.xml" Id="rId2" /><Relationship Type="http://schemas.openxmlformats.org/officeDocument/2006/relationships/slideLayout" Target="/ppt/slideLayouts/slideLayout614.xml" Id="rId1" /></Relationships>
</file>

<file path=ppt/slides/_rels/slide711.xml.rels>&#65279;<?xml version="1.0" encoding="utf-8"?><Relationships xmlns="http://schemas.openxmlformats.org/package/2006/relationships"><Relationship Type="http://schemas.openxmlformats.org/officeDocument/2006/relationships/image" Target="/ppt/media/image2616.jpeg" Id="rId3" /><Relationship Type="http://schemas.openxmlformats.org/officeDocument/2006/relationships/notesSlide" Target="/ppt/notesSlides/notesSlide711.xml" Id="rId2" /><Relationship Type="http://schemas.openxmlformats.org/officeDocument/2006/relationships/slideLayout" Target="/ppt/slideLayouts/slideLayout77.xml" Id="rId1" /></Relationships>
</file>

<file path=ppt/slides/_rels/slide1018.xml.rels>&#65279;<?xml version="1.0" encoding="utf-8"?><Relationships xmlns="http://schemas.openxmlformats.org/package/2006/relationships"><Relationship Type="http://schemas.openxmlformats.org/officeDocument/2006/relationships/image" Target="/ppt/media/image2821.jpeg" Id="rId3" /><Relationship Type="http://schemas.openxmlformats.org/officeDocument/2006/relationships/notesSlide" Target="/ppt/notesSlides/notesSlide1018.xml" Id="rId2" /><Relationship Type="http://schemas.openxmlformats.org/officeDocument/2006/relationships/slideLayout" Target="/ppt/slideLayouts/slideLayout1018.xml" Id="rId1" /></Relationships>
</file>

<file path=ppt/slides/_rels/slide1113.xml.rels>&#65279;<?xml version="1.0" encoding="utf-8"?><Relationships xmlns="http://schemas.openxmlformats.org/package/2006/relationships"><Relationship Type="http://schemas.openxmlformats.org/officeDocument/2006/relationships/image" Target="/ppt/media/image2918.jpeg" Id="rId3" /><Relationship Type="http://schemas.openxmlformats.org/officeDocument/2006/relationships/notesSlide" Target="/ppt/notesSlides/notesSlide1113.xml" Id="rId2" /><Relationship Type="http://schemas.openxmlformats.org/officeDocument/2006/relationships/slideLayout" Target="/ppt/slideLayouts/slideLayout1115.xml" Id="rId1" /></Relationships>
</file>

<file path=ppt/slides/_rels/slide1516.xml.rels>&#65279;<?xml version="1.0" encoding="utf-8"?><Relationships xmlns="http://schemas.openxmlformats.org/package/2006/relationships"><Relationship Type="http://schemas.openxmlformats.org/officeDocument/2006/relationships/image" Target="/ppt/media/image3014.png" Id="rId3" /><Relationship Type="http://schemas.openxmlformats.org/officeDocument/2006/relationships/notesSlide" Target="/ppt/notesSlides/notesSlide1516.xml" Id="rId2" /><Relationship Type="http://schemas.openxmlformats.org/officeDocument/2006/relationships/slideLayout" Target="/ppt/slideLayouts/slideLayout1611.xml" Id="rId1" /></Relationships>
</file>

<file path=ppt/slides/_rels/slide1819.xml.rels>&#65279;<?xml version="1.0" encoding="utf-8"?><Relationships xmlns="http://schemas.openxmlformats.org/package/2006/relationships"><Relationship Type="http://schemas.openxmlformats.org/officeDocument/2006/relationships/image" Target="/ppt/media/image4322.jpeg" Id="rId3" /><Relationship Type="http://schemas.openxmlformats.org/officeDocument/2006/relationships/notesSlide" Target="/ppt/notesSlides/notesSlide1819.xml" Id="rId2" /><Relationship Type="http://schemas.openxmlformats.org/officeDocument/2006/relationships/slideLayout" Target="/ppt/slideLayouts/slideLayout2012.xml" Id="rId1" /></Relationships>
</file>

<file path=ppt/slides/_rels/slide1914.xml.rels>&#65279;<?xml version="1.0" encoding="utf-8"?><Relationships xmlns="http://schemas.openxmlformats.org/package/2006/relationships"><Relationship Type="http://schemas.openxmlformats.org/officeDocument/2006/relationships/image" Target="/ppt/media/image4419.jpeg" Id="rId3" /><Relationship Type="http://schemas.openxmlformats.org/officeDocument/2006/relationships/notesSlide" Target="/ppt/notesSlides/notesSlide1914.xml" Id="rId2" /><Relationship Type="http://schemas.openxmlformats.org/officeDocument/2006/relationships/slideLayout" Target="/ppt/slideLayouts/slideLayout216.xml" Id="rId1" /></Relationships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ítulo 33">
            <a:extLst>
              <a:ext uri="{FF2B5EF4-FFF2-40B4-BE49-F238E27FC236}">
                <a16:creationId xmlns:a16="http://schemas.microsoft.com/office/drawing/2014/main" id="{01A4D341-9CED-415E-A417-C204833D5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pt-BR" sz="2800" i="0" u="none" strike="noStrike" kern="1200" cap="all" spc="400" normalizeH="0" dirty="0">
                <a:ln w="19050">
                  <a:solidFill>
                    <a:schemeClr val="accent5"/>
                  </a:solidFill>
                </a:ln>
                <a:noFill/>
                <a:effectLst/>
                <a:uLnTx/>
                <a:uFillTx/>
                <a:ea typeface="+mn-ea"/>
                <a:cs typeface="+mn-cs"/>
              </a:rPr>
              <a:t>Problema</a:t>
            </a:r>
            <a:endParaRPr lang="pt-BR" dirty="0"/>
          </a:p>
        </p:txBody>
      </p:sp>
      <p:pic>
        <p:nvPicPr>
          <p:cNvPr id="52" name="Espaço Reservado para Imagem 51" descr="Um close de uma pessoa usando óculos e as medidas dos olhos">
            <a:extLst>
              <a:ext uri="{FF2B5EF4-FFF2-40B4-BE49-F238E27FC236}">
                <a16:creationId xmlns:a16="http://schemas.microsoft.com/office/drawing/2014/main" id="{2C10E818-8391-45ED-A8AC-28347E77C21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729926"/>
            <a:ext cx="3581400" cy="5388772"/>
          </a:xfrm>
        </p:spPr>
      </p:pic>
      <p:sp>
        <p:nvSpPr>
          <p:cNvPr id="64" name="Espaço Reservado para Texto 63">
            <a:extLst>
              <a:ext uri="{FF2B5EF4-FFF2-40B4-BE49-F238E27FC236}">
                <a16:creationId xmlns:a16="http://schemas.microsoft.com/office/drawing/2014/main" id="{65AD76B6-01DC-462A-9FF0-16CC82FBDBE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65517" y="1921400"/>
            <a:ext cx="2289974" cy="564625"/>
          </a:xfrm>
        </p:spPr>
        <p:txBody>
          <a:bodyPr rtlCol="0">
            <a:normAutofit/>
          </a:bodyPr>
          <a:lstStyle/>
          <a:p>
            <a:pPr rtl="0"/>
            <a:r>
              <a:rPr lang="pt-BR"/>
              <a:t>Intervalo de mercado</a:t>
            </a:r>
          </a:p>
        </p:txBody>
      </p:sp>
      <p:sp>
        <p:nvSpPr>
          <p:cNvPr id="63" name="Espaço Reservado para Texto 62">
            <a:extLst>
              <a:ext uri="{FF2B5EF4-FFF2-40B4-BE49-F238E27FC236}">
                <a16:creationId xmlns:a16="http://schemas.microsoft.com/office/drawing/2014/main" id="{831B3626-E1D2-42AE-AB45-94BC5112D8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46476" y="1921400"/>
            <a:ext cx="2289974" cy="365125"/>
          </a:xfrm>
        </p:spPr>
        <p:txBody>
          <a:bodyPr rtlCol="0"/>
          <a:lstStyle/>
          <a:p>
            <a:pPr rtl="0"/>
            <a:r>
              <a:rPr lang="pt-BR"/>
              <a:t>Consumidores</a:t>
            </a:r>
          </a:p>
        </p:txBody>
      </p:sp>
      <p:sp>
        <p:nvSpPr>
          <p:cNvPr id="67" name="Espaço Reservado para Texto 66">
            <a:extLst>
              <a:ext uri="{FF2B5EF4-FFF2-40B4-BE49-F238E27FC236}">
                <a16:creationId xmlns:a16="http://schemas.microsoft.com/office/drawing/2014/main" id="{3705D4B7-D21E-458D-B289-A189923D7B3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417910" y="1921400"/>
            <a:ext cx="2289974" cy="365125"/>
          </a:xfrm>
        </p:spPr>
        <p:txBody>
          <a:bodyPr rtlCol="0"/>
          <a:lstStyle/>
          <a:p>
            <a:pPr rtl="0"/>
            <a:r>
              <a:rPr lang="pt-BR"/>
              <a:t>Finanças</a:t>
            </a:r>
          </a:p>
        </p:txBody>
      </p:sp>
      <p:sp>
        <p:nvSpPr>
          <p:cNvPr id="43" name="Espaço Reservado para Texto 42">
            <a:extLst>
              <a:ext uri="{FF2B5EF4-FFF2-40B4-BE49-F238E27FC236}">
                <a16:creationId xmlns:a16="http://schemas.microsoft.com/office/drawing/2014/main" id="{80683256-31D4-4761-874B-66494293B9A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65517" y="2452242"/>
            <a:ext cx="2440057" cy="1739538"/>
          </a:xfrm>
        </p:spPr>
        <p:txBody>
          <a:bodyPr rtlCol="0"/>
          <a:lstStyle/>
          <a:p>
            <a:pPr rtl="0"/>
            <a:r>
              <a:rPr lang="pt-BR"/>
              <a:t>Novos negócios precisam de ferramentas organizacionais, mas estão usando produtos antigos ou desatualizados</a:t>
            </a:r>
          </a:p>
        </p:txBody>
      </p:sp>
      <p:sp>
        <p:nvSpPr>
          <p:cNvPr id="42" name="Espaço Reservado para Texto 41">
            <a:extLst>
              <a:ext uri="{FF2B5EF4-FFF2-40B4-BE49-F238E27FC236}">
                <a16:creationId xmlns:a16="http://schemas.microsoft.com/office/drawing/2014/main" id="{A68FF55C-6F05-48FC-9323-AB8D48077B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46476" y="2245710"/>
            <a:ext cx="2289974" cy="1739538"/>
          </a:xfrm>
        </p:spPr>
        <p:txBody>
          <a:bodyPr rtlCol="0">
            <a:normAutofit fontScale="92500"/>
          </a:bodyPr>
          <a:lstStyle/>
          <a:p>
            <a:pPr rtl="0"/>
            <a:r>
              <a:rPr lang="pt-BR"/>
              <a:t>Um aumento de 10% nas ferramentas de gerenciamento de tarefas prova que há interesse do consumidor por ferramentas e tecnologias de gerenciamento mais simples</a:t>
            </a:r>
          </a:p>
        </p:txBody>
      </p:sp>
      <p:sp>
        <p:nvSpPr>
          <p:cNvPr id="50" name="Espaço Reservado para Texto 49">
            <a:extLst>
              <a:ext uri="{FF2B5EF4-FFF2-40B4-BE49-F238E27FC236}">
                <a16:creationId xmlns:a16="http://schemas.microsoft.com/office/drawing/2014/main" id="{0868D1C0-8D01-4F5F-ADB2-2B0A4D1E744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417910" y="2245710"/>
            <a:ext cx="2289974" cy="17395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pt-BR"/>
              <a:t>As compras de software de gerenciamento de tarefas aumentaram US$2 milhões em 2019 </a:t>
            </a:r>
          </a:p>
        </p:txBody>
      </p:sp>
      <p:sp>
        <p:nvSpPr>
          <p:cNvPr id="66" name="Espaço Reservado para Texto 65">
            <a:extLst>
              <a:ext uri="{FF2B5EF4-FFF2-40B4-BE49-F238E27FC236}">
                <a16:creationId xmlns:a16="http://schemas.microsoft.com/office/drawing/2014/main" id="{AFE31293-F021-441C-AC98-EE94A46A408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065518" y="4118846"/>
            <a:ext cx="2289972" cy="365125"/>
          </a:xfrm>
        </p:spPr>
        <p:txBody>
          <a:bodyPr rtlCol="0"/>
          <a:lstStyle/>
          <a:p>
            <a:pPr rtl="0"/>
            <a:r>
              <a:rPr lang="pt-BR"/>
              <a:t>Custos</a:t>
            </a:r>
          </a:p>
        </p:txBody>
      </p:sp>
      <p:sp>
        <p:nvSpPr>
          <p:cNvPr id="65" name="Espaço Reservado para Texto 64">
            <a:extLst>
              <a:ext uri="{FF2B5EF4-FFF2-40B4-BE49-F238E27FC236}">
                <a16:creationId xmlns:a16="http://schemas.microsoft.com/office/drawing/2014/main" id="{270A850F-E957-43F7-B7FA-3CD87407913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46476" y="4118846"/>
            <a:ext cx="2289974" cy="365125"/>
          </a:xfrm>
        </p:spPr>
        <p:txBody>
          <a:bodyPr rtlCol="0"/>
          <a:lstStyle/>
          <a:p>
            <a:pPr rtl="0"/>
            <a:r>
              <a:rPr lang="pt-BR"/>
              <a:t>Usabilidade</a:t>
            </a:r>
          </a:p>
        </p:txBody>
      </p:sp>
      <p:sp>
        <p:nvSpPr>
          <p:cNvPr id="45" name="Espaço Reservado para Texto 44">
            <a:extLst>
              <a:ext uri="{FF2B5EF4-FFF2-40B4-BE49-F238E27FC236}">
                <a16:creationId xmlns:a16="http://schemas.microsoft.com/office/drawing/2014/main" id="{CC3342B2-173B-4413-BAB0-AF14408EA5F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065519" y="4451209"/>
            <a:ext cx="2289972" cy="1457161"/>
          </a:xfrm>
        </p:spPr>
        <p:txBody>
          <a:bodyPr rtlCol="0"/>
          <a:lstStyle/>
          <a:p>
            <a:pPr rtl="0"/>
            <a:r>
              <a:rPr lang="pt-BR"/>
              <a:t>Perda de vendas por não oferecer ferramentas de gerenciamento mais fáceis que levam as equipes para a linha de chegada</a:t>
            </a:r>
          </a:p>
        </p:txBody>
      </p:sp>
      <p:sp>
        <p:nvSpPr>
          <p:cNvPr id="44" name="Espaço Reservado para Texto 43">
            <a:extLst>
              <a:ext uri="{FF2B5EF4-FFF2-40B4-BE49-F238E27FC236}">
                <a16:creationId xmlns:a16="http://schemas.microsoft.com/office/drawing/2014/main" id="{12753D88-B840-4BCA-80FC-E51B691A85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746476" y="4443157"/>
            <a:ext cx="2289974" cy="1463249"/>
          </a:xfrm>
        </p:spPr>
        <p:txBody>
          <a:bodyPr rtlCol="0"/>
          <a:lstStyle/>
          <a:p>
            <a:pPr rtl="0"/>
            <a:r>
              <a:rPr lang="pt-BR"/>
              <a:t>Os clientes querem algo fácil de ser adotado e simples de usar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B7B4B2C-1327-46DF-8812-DDB6FD942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3E0ED447-C6CA-4C7D-8108-E593E142A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A402E4C0-AD5E-4E8C-9F21-7CCE474BDCEB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17753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ítulo 32">
            <a:extLst>
              <a:ext uri="{FF2B5EF4-FFF2-40B4-BE49-F238E27FC236}">
                <a16:creationId xmlns:a16="http://schemas.microsoft.com/office/drawing/2014/main" id="{4F4C28E4-6D60-402B-8F22-B1AED571D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299" y="2768600"/>
            <a:ext cx="2956810" cy="1129164"/>
          </a:xfrm>
        </p:spPr>
        <p:txBody>
          <a:bodyPr rtlCol="0"/>
          <a:lstStyle/>
          <a:p>
            <a:pPr rtl="0"/>
            <a:r>
              <a:rPr lang="pt-BR" dirty="0"/>
              <a:t>Solução</a:t>
            </a:r>
          </a:p>
        </p:txBody>
      </p:sp>
      <p:sp>
        <p:nvSpPr>
          <p:cNvPr id="26" name="Espaço Reservado para Texto 25">
            <a:extLst>
              <a:ext uri="{FF2B5EF4-FFF2-40B4-BE49-F238E27FC236}">
                <a16:creationId xmlns:a16="http://schemas.microsoft.com/office/drawing/2014/main" id="{549F87D0-5602-4BFC-ABEB-7C809A5CF62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167308" y="1335193"/>
            <a:ext cx="2859091" cy="365125"/>
          </a:xfrm>
        </p:spPr>
        <p:txBody>
          <a:bodyPr rtlCol="0">
            <a:normAutofit fontScale="92500"/>
          </a:bodyPr>
          <a:lstStyle/>
          <a:p>
            <a:pPr rtl="0"/>
            <a:r>
              <a:rPr lang="pt-BR"/>
              <a:t>Fechar o intervalo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D8965C87-7536-4E22-B0DD-FE276F346F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506711" y="1335193"/>
            <a:ext cx="2859090" cy="724631"/>
          </a:xfrm>
        </p:spPr>
        <p:txBody>
          <a:bodyPr rtlCol="0">
            <a:normAutofit/>
          </a:bodyPr>
          <a:lstStyle/>
          <a:p>
            <a:pPr rtl="0"/>
            <a:r>
              <a:rPr lang="pt-BR"/>
              <a:t>Audiência do público-alvo</a:t>
            </a:r>
          </a:p>
        </p:txBody>
      </p:sp>
      <p:sp>
        <p:nvSpPr>
          <p:cNvPr id="38" name="Espaço Reservado para Texto 37">
            <a:extLst>
              <a:ext uri="{FF2B5EF4-FFF2-40B4-BE49-F238E27FC236}">
                <a16:creationId xmlns:a16="http://schemas.microsoft.com/office/drawing/2014/main" id="{B8BADB58-1EE2-40F4-ADDD-CD3D8BB150C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67309" y="1639822"/>
            <a:ext cx="2859091" cy="1517776"/>
          </a:xfrm>
        </p:spPr>
        <p:txBody>
          <a:bodyPr rtlCol="0">
            <a:normAutofit/>
          </a:bodyPr>
          <a:lstStyle/>
          <a:p>
            <a:pPr rtl="0"/>
            <a:r>
              <a:rPr lang="pt-BR"/>
              <a:t>Nosso produto facilita o gerenciamento de tarefas e nenhum outro produto no mercado oferece os mesmos benefícios</a:t>
            </a:r>
          </a:p>
        </p:txBody>
      </p:sp>
      <p:sp>
        <p:nvSpPr>
          <p:cNvPr id="37" name="Espaço Reservado para Texto 36">
            <a:extLst>
              <a:ext uri="{FF2B5EF4-FFF2-40B4-BE49-F238E27FC236}">
                <a16:creationId xmlns:a16="http://schemas.microsoft.com/office/drawing/2014/main" id="{2D14101B-F5B0-4412-B50A-87D48857B9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06711" y="1842039"/>
            <a:ext cx="2859090" cy="1475319"/>
          </a:xfrm>
        </p:spPr>
        <p:txBody>
          <a:bodyPr rtlCol="0"/>
          <a:lstStyle/>
          <a:p>
            <a:pPr rtl="0"/>
            <a:r>
              <a:rPr lang="pt-BR"/>
              <a:t>Geração Z (18 a 25 anos)</a:t>
            </a:r>
          </a:p>
        </p:txBody>
      </p:sp>
      <p:sp>
        <p:nvSpPr>
          <p:cNvPr id="28" name="Espaço Reservado para Texto 27">
            <a:extLst>
              <a:ext uri="{FF2B5EF4-FFF2-40B4-BE49-F238E27FC236}">
                <a16:creationId xmlns:a16="http://schemas.microsoft.com/office/drawing/2014/main" id="{864E06E4-A832-49D6-9243-19E0E901EF2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167309" y="3532639"/>
            <a:ext cx="2859089" cy="365125"/>
          </a:xfrm>
        </p:spPr>
        <p:txBody>
          <a:bodyPr rtlCol="0">
            <a:normAutofit fontScale="92500"/>
          </a:bodyPr>
          <a:lstStyle/>
          <a:p>
            <a:pPr rtl="0"/>
            <a:r>
              <a:rPr lang="pt-BR"/>
              <a:t>Economia de custos</a:t>
            </a:r>
          </a:p>
        </p:txBody>
      </p:sp>
      <p:sp>
        <p:nvSpPr>
          <p:cNvPr id="27" name="Espaço Reservado para Texto 26">
            <a:extLst>
              <a:ext uri="{FF2B5EF4-FFF2-40B4-BE49-F238E27FC236}">
                <a16:creationId xmlns:a16="http://schemas.microsoft.com/office/drawing/2014/main" id="{B27C4FF5-17CE-4A2F-A697-CF05BAABED5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506711" y="3532639"/>
            <a:ext cx="2859090" cy="365125"/>
          </a:xfrm>
        </p:spPr>
        <p:txBody>
          <a:bodyPr rtlCol="0"/>
          <a:lstStyle/>
          <a:p>
            <a:pPr rtl="0"/>
            <a:r>
              <a:rPr lang="pt-BR"/>
              <a:t>Fácil de usar</a:t>
            </a:r>
          </a:p>
        </p:txBody>
      </p:sp>
      <p:sp>
        <p:nvSpPr>
          <p:cNvPr id="40" name="Espaço Reservado para Texto 39">
            <a:extLst>
              <a:ext uri="{FF2B5EF4-FFF2-40B4-BE49-F238E27FC236}">
                <a16:creationId xmlns:a16="http://schemas.microsoft.com/office/drawing/2014/main" id="{693ECB3E-F948-4E10-8437-85C02E7E09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67310" y="3845321"/>
            <a:ext cx="2859089" cy="1526930"/>
          </a:xfrm>
        </p:spPr>
        <p:txBody>
          <a:bodyPr rtlCol="0"/>
          <a:lstStyle/>
          <a:p>
            <a:pPr rtl="0"/>
            <a:r>
              <a:rPr lang="pt-BR"/>
              <a:t>Reduza os custos para o cliente ajudando os gerentes de projeto a permaneça dentro dos prazos</a:t>
            </a:r>
          </a:p>
        </p:txBody>
      </p:sp>
      <p:sp>
        <p:nvSpPr>
          <p:cNvPr id="39" name="Espaço Reservado para Texto 38">
            <a:extLst>
              <a:ext uri="{FF2B5EF4-FFF2-40B4-BE49-F238E27FC236}">
                <a16:creationId xmlns:a16="http://schemas.microsoft.com/office/drawing/2014/main" id="{FEC8BFBF-FB6C-40C7-9FB3-ACB390C4C6A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06711" y="3837269"/>
            <a:ext cx="2859090" cy="1533310"/>
          </a:xfrm>
        </p:spPr>
        <p:txBody>
          <a:bodyPr rtlCol="0">
            <a:normAutofit/>
          </a:bodyPr>
          <a:lstStyle/>
          <a:p>
            <a:pPr rtl="0"/>
            <a:r>
              <a:rPr lang="pt-BR"/>
              <a:t>Um produto simples que fornece às empresas as informações de que precisam para  concluir os projetos dentro prazo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5B8CC62-3752-4A6C-9525-AFDDDAFE2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685F4B4-31EC-4AE6-A166-6FE4AD642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A402E4C0-AD5E-4E8C-9F21-7CCE474BDCEB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78963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Espaço Reservado para Imagem 18" descr="Uma mulher olhando para uma tela com escrita pequena e gráficos flutuando">
            <a:extLst>
              <a:ext uri="{FF2B5EF4-FFF2-40B4-BE49-F238E27FC236}">
                <a16:creationId xmlns:a16="http://schemas.microsoft.com/office/drawing/2014/main" id="{AACEA9E5-C8FF-4080-B2EE-93C3DA6E68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11738" y="0"/>
            <a:ext cx="7196930" cy="6867376"/>
          </a:xfrm>
        </p:spPr>
      </p:pic>
      <p:sp>
        <p:nvSpPr>
          <p:cNvPr id="23" name="Título 22">
            <a:extLst>
              <a:ext uri="{FF2B5EF4-FFF2-40B4-BE49-F238E27FC236}">
                <a16:creationId xmlns:a16="http://schemas.microsoft.com/office/drawing/2014/main" id="{8A0965D6-0D20-40A0-8897-EDF8A7A46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036629"/>
            <a:ext cx="6007099" cy="4784742"/>
          </a:xfrm>
        </p:spPr>
        <p:txBody>
          <a:bodyPr rtlCol="0"/>
          <a:lstStyle/>
          <a:p>
            <a:pPr rtl="0"/>
            <a:r>
              <a:rPr lang="pt-BR" spc="0"/>
              <a:t>Modelo de Negócios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D1E74F73-E009-4956-9E74-742C1038F57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29016" y="2368506"/>
            <a:ext cx="4771030" cy="365125"/>
          </a:xfrm>
        </p:spPr>
        <p:txBody>
          <a:bodyPr rtlCol="0"/>
          <a:lstStyle/>
          <a:p>
            <a:pPr rtl="0"/>
            <a:r>
              <a:rPr lang="pt-BR"/>
              <a:t>Pesquisa</a:t>
            </a:r>
          </a:p>
        </p:txBody>
      </p:sp>
      <p:sp>
        <p:nvSpPr>
          <p:cNvPr id="30" name="Espaço Reservado para Texto 29">
            <a:extLst>
              <a:ext uri="{FF2B5EF4-FFF2-40B4-BE49-F238E27FC236}">
                <a16:creationId xmlns:a16="http://schemas.microsoft.com/office/drawing/2014/main" id="{BAD5E990-59DB-44C5-B716-B0352D7535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9017" y="2605040"/>
            <a:ext cx="4771030" cy="801073"/>
          </a:xfrm>
        </p:spPr>
        <p:txBody>
          <a:bodyPr rtlCol="0"/>
          <a:lstStyle/>
          <a:p>
            <a:pPr rtl="0"/>
            <a:r>
              <a:rPr lang="pt-BR"/>
              <a:t>Baseamos nossa pesquisa em tendências de mercado e vendas de software ​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28BBCDDB-C7C0-4CA5-AA45-222EBE63B6C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29016" y="3544629"/>
            <a:ext cx="4771030" cy="365125"/>
          </a:xfrm>
        </p:spPr>
        <p:txBody>
          <a:bodyPr rtlCol="0"/>
          <a:lstStyle/>
          <a:p>
            <a:pPr rtl="0"/>
            <a:r>
              <a:rPr lang="pt-BR"/>
              <a:t>Abstrato</a:t>
            </a:r>
          </a:p>
        </p:txBody>
      </p:sp>
      <p:sp>
        <p:nvSpPr>
          <p:cNvPr id="31" name="Espaço Reservado para Texto 30">
            <a:extLst>
              <a:ext uri="{FF2B5EF4-FFF2-40B4-BE49-F238E27FC236}">
                <a16:creationId xmlns:a16="http://schemas.microsoft.com/office/drawing/2014/main" id="{AC22CBC4-517B-4095-8962-C489045E3C6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9017" y="3781163"/>
            <a:ext cx="4771030" cy="801073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pt-BR"/>
              <a:t>Acreditamos que as pessoas precisam de novas ferramentas de gerenciamento para ajudar as empresas a alcançarem seus OKRs</a:t>
            </a:r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6D1B74B2-695A-4FED-8B66-D854AA9FF00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29016" y="4910264"/>
            <a:ext cx="4771030" cy="365125"/>
          </a:xfrm>
        </p:spPr>
        <p:txBody>
          <a:bodyPr rtlCol="0"/>
          <a:lstStyle/>
          <a:p>
            <a:pPr rtl="0"/>
            <a:r>
              <a:rPr lang="pt-BR"/>
              <a:t>Design</a:t>
            </a:r>
          </a:p>
        </p:txBody>
      </p:sp>
      <p:sp>
        <p:nvSpPr>
          <p:cNvPr id="32" name="Espaço Reservado para Texto 31">
            <a:extLst>
              <a:ext uri="{FF2B5EF4-FFF2-40B4-BE49-F238E27FC236}">
                <a16:creationId xmlns:a16="http://schemas.microsoft.com/office/drawing/2014/main" id="{949FAB0A-4907-445D-8D12-8F4584E25E5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29017" y="5146798"/>
            <a:ext cx="4771030" cy="546815"/>
          </a:xfrm>
        </p:spPr>
        <p:txBody>
          <a:bodyPr rtlCol="0"/>
          <a:lstStyle/>
          <a:p>
            <a:pPr rtl="0"/>
            <a:r>
              <a:rPr lang="pt-BR"/>
              <a:t>Design minimalista e fácil de usar ​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F11018-5D1E-4F5A-A676-EDD8442B3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3ECA4FBE-BC87-4AB1-BD16-CAF99641A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A402E4C0-AD5E-4E8C-9F21-7CCE474BDCEB}" type="slidenum">
              <a:rPr lang="pt-BR" smtClean="0"/>
              <a:pPr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69032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ítulo 42">
            <a:extLst>
              <a:ext uri="{FF2B5EF4-FFF2-40B4-BE49-F238E27FC236}">
                <a16:creationId xmlns:a16="http://schemas.microsoft.com/office/drawing/2014/main" id="{F5B4A0FC-ADD0-4E64-B8C2-69CCEE2F5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016" y="1643321"/>
            <a:ext cx="7519634" cy="466344"/>
          </a:xfrm>
        </p:spPr>
        <p:txBody>
          <a:bodyPr rtlCol="0"/>
          <a:lstStyle/>
          <a:p>
            <a:pPr rtl="0"/>
            <a:r>
              <a:rPr lang="pt-BR" sz="2800" i="0" u="none" strike="noStrike" kern="1200" cap="all" spc="400" normalizeH="0">
                <a:ln w="19050">
                  <a:solidFill>
                    <a:schemeClr val="accent5"/>
                  </a:solidFill>
                </a:ln>
                <a:noFill/>
                <a:effectLst/>
                <a:uLnTx/>
                <a:uFillTx/>
                <a:ea typeface="+mn-ea"/>
              </a:rPr>
              <a:t>Visão geral do mercado</a:t>
            </a:r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BE9939B-FA21-4FA1-A5DB-10BED2CBB0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068" y="2806964"/>
            <a:ext cx="2693128" cy="991689"/>
          </a:xfrm>
        </p:spPr>
        <p:txBody>
          <a:bodyPr rtlCol="0">
            <a:normAutofit/>
          </a:bodyPr>
          <a:lstStyle/>
          <a:p>
            <a:pPr rtl="0"/>
            <a:r>
              <a:rPr lang="pt-BR"/>
              <a:t>US$3 Bi.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622F212-1398-4A65-88AF-8CF7AA202C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6075" y="4076963"/>
            <a:ext cx="3035881" cy="1485635"/>
          </a:xfrm>
        </p:spPr>
        <p:txBody>
          <a:bodyPr rtlCol="0"/>
          <a:lstStyle/>
          <a:p>
            <a:pPr rtl="0"/>
            <a:r>
              <a:rPr lang="pt-BR"/>
              <a:t>Oportunidade de criar</a:t>
            </a:r>
          </a:p>
          <a:p>
            <a:pPr rtl="0"/>
            <a:r>
              <a:rPr lang="pt-BR"/>
              <a:t>Mercado totalmente inclusivo</a:t>
            </a:r>
          </a:p>
          <a:p>
            <a:pPr rtl="0"/>
            <a:r>
              <a:rPr lang="pt-BR"/>
              <a:t>Mercado totalmente endereçável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1D0370D4-F190-42D8-9B6E-CD2F019E975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073324" y="2806964"/>
            <a:ext cx="2693128" cy="991689"/>
          </a:xfrm>
        </p:spPr>
        <p:txBody>
          <a:bodyPr rtlCol="0"/>
          <a:lstStyle/>
          <a:p>
            <a:pPr rtl="0"/>
            <a:r>
              <a:rPr lang="pt-BR"/>
              <a:t>R$ 2 BI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DB6DFCE7-1E3B-4E8A-8EE5-65C858B45D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89632" y="4076963"/>
            <a:ext cx="3035880" cy="1485635"/>
          </a:xfrm>
        </p:spPr>
        <p:txBody>
          <a:bodyPr rtlCol="0">
            <a:normAutofit fontScale="92500" lnSpcReduction="10000"/>
          </a:bodyPr>
          <a:lstStyle/>
          <a:p>
            <a:pPr rtl="0"/>
            <a:r>
              <a:rPr lang="pt-BR"/>
              <a:t>Liberdade de criação</a:t>
            </a:r>
          </a:p>
          <a:p>
            <a:pPr rtl="0"/>
            <a:r>
              <a:rPr lang="pt-BR"/>
              <a:t>Mercado seletivamente inclusivo</a:t>
            </a:r>
          </a:p>
          <a:p>
            <a:pPr rtl="0"/>
            <a:r>
              <a:rPr lang="pt-BR"/>
              <a:t>Mercado disponível para operações</a:t>
            </a:r>
          </a:p>
          <a:p>
            <a:pPr rtl="0"/>
            <a:r>
              <a:rPr lang="pt-BR"/>
              <a:t>​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617D84-E4AF-4684-828C-7122D1E9D01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940173" y="2806964"/>
            <a:ext cx="2693128" cy="991689"/>
          </a:xfrm>
        </p:spPr>
        <p:txBody>
          <a:bodyPr rtlCol="0"/>
          <a:lstStyle/>
          <a:p>
            <a:pPr rtl="0"/>
            <a:r>
              <a:rPr lang="pt-BR"/>
              <a:t>US$1 Bi.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96A87E01-FC7F-44D2-A33A-093F69E616A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563187" y="4076963"/>
            <a:ext cx="3023761" cy="1485635"/>
          </a:xfrm>
        </p:spPr>
        <p:txBody>
          <a:bodyPr rtlCol="0">
            <a:normAutofit fontScale="92500" lnSpcReduction="10000"/>
          </a:bodyPr>
          <a:lstStyle/>
          <a:p>
            <a:pPr rtl="0"/>
            <a:r>
              <a:rPr lang="pt-BR"/>
              <a:t>Poucos concorrentes</a:t>
            </a:r>
          </a:p>
          <a:p>
            <a:pPr rtl="0"/>
            <a:r>
              <a:rPr lang="pt-BR"/>
              <a:t>Mercado especificamente direcionado</a:t>
            </a:r>
          </a:p>
          <a:p>
            <a:pPr rtl="0"/>
            <a:r>
              <a:rPr lang="pt-BR"/>
              <a:t>Mercado obtido para operações</a:t>
            </a:r>
          </a:p>
          <a:p>
            <a:pPr rtl="0"/>
            <a:r>
              <a:rPr lang="pt-BR"/>
              <a:t>​</a:t>
            </a:r>
          </a:p>
        </p:txBody>
      </p:sp>
      <p:sp>
        <p:nvSpPr>
          <p:cNvPr id="12" name="Espaço Reservado para Rodapé 11">
            <a:extLst>
              <a:ext uri="{FF2B5EF4-FFF2-40B4-BE49-F238E27FC236}">
                <a16:creationId xmlns:a16="http://schemas.microsoft.com/office/drawing/2014/main" id="{BCE635D0-1405-4769-AE67-756AE3CA6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/>
              <a:t>APRESENTAÇÃO</a:t>
            </a:r>
          </a:p>
        </p:txBody>
      </p:sp>
      <p:sp>
        <p:nvSpPr>
          <p:cNvPr id="13" name="Espaço Reservado para o Número do Slide 12">
            <a:extLst>
              <a:ext uri="{FF2B5EF4-FFF2-40B4-BE49-F238E27FC236}">
                <a16:creationId xmlns:a16="http://schemas.microsoft.com/office/drawing/2014/main" id="{0CCE5032-D1E3-4E38-B2FF-0C381B149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A402E4C0-AD5E-4E8C-9F21-7CCE474BDCEB}" type="slidenum">
              <a:rPr lang="pt-BR" smtClean="0"/>
              <a:pPr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442514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Espaço Reservado para Imagem 76" descr="Uma mulher usando um óculos roxo mostrando dados">
            <a:extLst>
              <a:ext uri="{FF2B5EF4-FFF2-40B4-BE49-F238E27FC236}">
                <a16:creationId xmlns:a16="http://schemas.microsoft.com/office/drawing/2014/main" id="{2F849723-3772-4844-AB3A-EF3DFAF34B8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752100" y="739303"/>
            <a:ext cx="6825035" cy="5379395"/>
          </a:xfr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115C523A-AC40-4CBA-9DF4-B287ED321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2977" y="1663435"/>
            <a:ext cx="5869021" cy="2003898"/>
          </a:xfrm>
        </p:spPr>
        <p:txBody>
          <a:bodyPr rtlCol="0"/>
          <a:lstStyle/>
          <a:p>
            <a:pPr rtl="0"/>
            <a:r>
              <a:rPr lang="pt-BR" sz="4600" spc="0"/>
              <a:t>Apresentação</a:t>
            </a:r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75B1C734-42CB-4311-8905-2F41D09107C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22159" y="2878246"/>
            <a:ext cx="4925188" cy="339247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pt-BR"/>
              <a:t>Lara Cardoso</a:t>
            </a:r>
          </a:p>
        </p:txBody>
      </p:sp>
    </p:spTree>
    <p:extLst>
      <p:ext uri="{BB962C8B-B14F-4D97-AF65-F5344CB8AC3E}">
        <p14:creationId xmlns:p14="http://schemas.microsoft.com/office/powerpoint/2010/main" val="188383617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ítulo 28">
            <a:extLst>
              <a:ext uri="{FF2B5EF4-FFF2-40B4-BE49-F238E27FC236}">
                <a16:creationId xmlns:a16="http://schemas.microsoft.com/office/drawing/2014/main" id="{6DB4F4C0-66F2-4AE9-ACA2-A28930730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sz="2800" i="0" u="none" strike="noStrike" kern="1200" cap="all" spc="400" normalizeH="0">
                <a:ln w="19050">
                  <a:solidFill>
                    <a:schemeClr val="bg1"/>
                  </a:solidFill>
                </a:ln>
                <a:noFill/>
                <a:effectLst/>
                <a:uLnTx/>
                <a:uFillTx/>
                <a:ea typeface="+mn-ea"/>
              </a:rPr>
              <a:t>concorrência</a:t>
            </a:r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3BDE099-31E6-4A2D-AF0B-EAE4AB8B973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37839" y="1538273"/>
            <a:ext cx="1706965" cy="492025"/>
          </a:xfrm>
        </p:spPr>
        <p:txBody>
          <a:bodyPr rtlCol="0"/>
          <a:lstStyle/>
          <a:p>
            <a:pPr rtl="0"/>
            <a:r>
              <a:rPr lang="pt-BR"/>
              <a:t>Conveniente</a:t>
            </a:r>
          </a:p>
        </p:txBody>
      </p:sp>
      <p:sp>
        <p:nvSpPr>
          <p:cNvPr id="20" name="Espaço Reservado para Texto 19">
            <a:extLst>
              <a:ext uri="{FF2B5EF4-FFF2-40B4-BE49-F238E27FC236}">
                <a16:creationId xmlns:a16="http://schemas.microsoft.com/office/drawing/2014/main" id="{8F832CF7-7607-44FA-A6F6-3FF361BC8C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44687" y="2307743"/>
            <a:ext cx="1183179" cy="492025"/>
          </a:xfrm>
        </p:spPr>
        <p:txBody>
          <a:bodyPr rtlCol="0"/>
          <a:lstStyle/>
          <a:p>
            <a:pPr rtl="0"/>
            <a:r>
              <a:rPr lang="pt-BR"/>
              <a:t>A</a:t>
            </a:r>
          </a:p>
        </p:txBody>
      </p:sp>
      <p:sp>
        <p:nvSpPr>
          <p:cNvPr id="25" name="Espaço Reservado para Texto 24">
            <a:extLst>
              <a:ext uri="{FF2B5EF4-FFF2-40B4-BE49-F238E27FC236}">
                <a16:creationId xmlns:a16="http://schemas.microsoft.com/office/drawing/2014/main" id="{4309D610-C2A4-44F5-86CF-CAB7B795D87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54219" y="2067508"/>
            <a:ext cx="1706965" cy="1048575"/>
          </a:xfrm>
        </p:spPr>
        <p:txBody>
          <a:bodyPr rtlCol="0"/>
          <a:lstStyle/>
          <a:p>
            <a:pPr rtl="0"/>
            <a:r>
              <a:rPr lang="pt-BR"/>
              <a:t>Contoso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D68FEEAD-9F82-4D26-A696-EF776869AA9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038655" y="3467155"/>
            <a:ext cx="715520" cy="492025"/>
          </a:xfrm>
        </p:spPr>
        <p:txBody>
          <a:bodyPr rtlCol="0"/>
          <a:lstStyle/>
          <a:p>
            <a:pPr rtl="0"/>
            <a:r>
              <a:rPr lang="pt-BR"/>
              <a:t>Caro</a:t>
            </a:r>
          </a:p>
        </p:txBody>
      </p:sp>
      <p:sp>
        <p:nvSpPr>
          <p:cNvPr id="19" name="Espaço Reservado para Texto 18">
            <a:extLst>
              <a:ext uri="{FF2B5EF4-FFF2-40B4-BE49-F238E27FC236}">
                <a16:creationId xmlns:a16="http://schemas.microsoft.com/office/drawing/2014/main" id="{2AF1C9F2-F99F-4977-90E2-7421C5EFCC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441651" y="3467155"/>
            <a:ext cx="1380681" cy="492025"/>
          </a:xfrm>
        </p:spPr>
        <p:txBody>
          <a:bodyPr rtlCol="0"/>
          <a:lstStyle/>
          <a:p>
            <a:pPr rtl="0"/>
            <a:r>
              <a:rPr lang="pt-BR"/>
              <a:t>Acessível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6C930D17-61AE-4FD7-9538-B1BFE93992E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643702" y="4552190"/>
            <a:ext cx="1183179" cy="492025"/>
          </a:xfrm>
        </p:spPr>
        <p:txBody>
          <a:bodyPr rtlCol="0"/>
          <a:lstStyle/>
          <a:p>
            <a:pPr rtl="0"/>
            <a:r>
              <a:rPr lang="pt-BR"/>
              <a:t>D</a:t>
            </a:r>
          </a:p>
        </p:txBody>
      </p:sp>
      <p:sp>
        <p:nvSpPr>
          <p:cNvPr id="21" name="Espaço Reservado para Texto 20">
            <a:extLst>
              <a:ext uri="{FF2B5EF4-FFF2-40B4-BE49-F238E27FC236}">
                <a16:creationId xmlns:a16="http://schemas.microsoft.com/office/drawing/2014/main" id="{D4E46C20-29A2-437D-B6AF-FD40CF85690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181179" y="4420460"/>
            <a:ext cx="1183179" cy="492025"/>
          </a:xfrm>
        </p:spPr>
        <p:txBody>
          <a:bodyPr rtlCol="0"/>
          <a:lstStyle/>
          <a:p>
            <a:pPr rtl="0"/>
            <a:r>
              <a:rPr lang="pt-BR"/>
              <a:t>E</a:t>
            </a:r>
          </a:p>
        </p:txBody>
      </p:sp>
      <p:sp>
        <p:nvSpPr>
          <p:cNvPr id="23" name="Espaço Reservado para Texto 22">
            <a:extLst>
              <a:ext uri="{FF2B5EF4-FFF2-40B4-BE49-F238E27FC236}">
                <a16:creationId xmlns:a16="http://schemas.microsoft.com/office/drawing/2014/main" id="{DE6D523F-7738-4D52-A95F-0C60A7A17AD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400052" y="4120885"/>
            <a:ext cx="1183179" cy="492025"/>
          </a:xfrm>
        </p:spPr>
        <p:txBody>
          <a:bodyPr rtlCol="0"/>
          <a:lstStyle/>
          <a:p>
            <a:pPr rtl="0"/>
            <a:r>
              <a:rPr lang="pt-BR"/>
              <a:t>B</a:t>
            </a:r>
          </a:p>
        </p:txBody>
      </p:sp>
      <p:sp>
        <p:nvSpPr>
          <p:cNvPr id="24" name="Espaço Reservado para Texto 23">
            <a:extLst>
              <a:ext uri="{FF2B5EF4-FFF2-40B4-BE49-F238E27FC236}">
                <a16:creationId xmlns:a16="http://schemas.microsoft.com/office/drawing/2014/main" id="{46798448-F046-4A21-A5BD-552B9ED2C55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860695" y="4820889"/>
            <a:ext cx="1183179" cy="492025"/>
          </a:xfrm>
        </p:spPr>
        <p:txBody>
          <a:bodyPr rtlCol="0"/>
          <a:lstStyle/>
          <a:p>
            <a:pPr rtl="0"/>
            <a:r>
              <a:rPr lang="pt-BR"/>
              <a:t>C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F4DB775F-7CF7-4E61-9E5F-87B4AB1275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37839" y="5407116"/>
            <a:ext cx="1706965" cy="492025"/>
          </a:xfrm>
        </p:spPr>
        <p:txBody>
          <a:bodyPr rtlCol="0"/>
          <a:lstStyle/>
          <a:p>
            <a:pPr rtl="0"/>
            <a:r>
              <a:rPr lang="pt-BR"/>
              <a:t>Inconveniente</a:t>
            </a:r>
          </a:p>
        </p:txBody>
      </p:sp>
      <p:sp>
        <p:nvSpPr>
          <p:cNvPr id="49" name="Espaço Reservado para Rodapé 48">
            <a:extLst>
              <a:ext uri="{FF2B5EF4-FFF2-40B4-BE49-F238E27FC236}">
                <a16:creationId xmlns:a16="http://schemas.microsoft.com/office/drawing/2014/main" id="{E417811B-8A88-4D3F-B8C1-3FB620AB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/>
              <a:t>APRESENTAÇÃO</a:t>
            </a:r>
          </a:p>
        </p:txBody>
      </p:sp>
      <p:sp>
        <p:nvSpPr>
          <p:cNvPr id="50" name="Espaço Reservado para o Número do Slide 49">
            <a:extLst>
              <a:ext uri="{FF2B5EF4-FFF2-40B4-BE49-F238E27FC236}">
                <a16:creationId xmlns:a16="http://schemas.microsoft.com/office/drawing/2014/main" id="{BFB7C528-0C61-424C-B1CA-1E81969C4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A402E4C0-AD5E-4E8C-9F21-7CCE474BDCEB}" type="slidenum">
              <a:rPr lang="pt-BR" smtClean="0"/>
              <a:pPr/>
              <a:t>12</a:t>
            </a:fld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B96072A2-2AD1-4FCC-94CB-2D6008B44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99744" y="2298701"/>
            <a:ext cx="1595680" cy="584199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8C505B0F-BF52-4666-932C-F0D307204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50807" y="2384920"/>
            <a:ext cx="350155" cy="349502"/>
          </a:xfrm>
          <a:prstGeom prst="rect">
            <a:avLst/>
          </a:prstGeom>
          <a:noFill/>
          <a:ln w="254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C932B490-6CD8-4839-A202-51E6FAA0A9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38655" y="4629430"/>
            <a:ext cx="350155" cy="349502"/>
          </a:xfrm>
          <a:prstGeom prst="rect">
            <a:avLst/>
          </a:prstGeom>
          <a:noFill/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4E743C97-B414-4218-B46A-9211BA1B4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1759" y="4487842"/>
            <a:ext cx="350155" cy="349502"/>
          </a:xfrm>
          <a:prstGeom prst="rect">
            <a:avLst/>
          </a:prstGeom>
          <a:noFill/>
          <a:ln w="254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FCD02CEE-2A4F-4154-BFEA-5F093E773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01084" y="4192235"/>
            <a:ext cx="350155" cy="349502"/>
          </a:xfrm>
          <a:prstGeom prst="rect">
            <a:avLst/>
          </a:prstGeom>
          <a:noFill/>
          <a:ln w="254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19F2AA8D-15B3-441D-853F-87E857C4A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64706" y="4892322"/>
            <a:ext cx="350155" cy="349502"/>
          </a:xfrm>
          <a:prstGeom prst="rect">
            <a:avLst/>
          </a:pr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253518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39AC5B5-DBFF-474A-8D9B-1133B9C00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534" y="989042"/>
            <a:ext cx="7287768" cy="630936"/>
          </a:xfr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r>
              <a:rPr lang="pt-BR"/>
              <a:t>Estratégia de crescimento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5150278A-C855-49FF-BCD2-7E6BD3F905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452699" y="1592681"/>
            <a:ext cx="7306060" cy="393427"/>
          </a:xfrm>
        </p:spPr>
        <p:txBody>
          <a:bodyPr rtlCol="0"/>
          <a:lstStyle/>
          <a:p>
            <a:pPr rtl="0"/>
            <a:r>
              <a:rPr lang="pt-BR"/>
              <a:t>Como dimensionaremos no futuro</a:t>
            </a:r>
          </a:p>
        </p:txBody>
      </p:sp>
      <p:sp>
        <p:nvSpPr>
          <p:cNvPr id="23" name="Espaço Reservado para Texto 22">
            <a:extLst>
              <a:ext uri="{FF2B5EF4-FFF2-40B4-BE49-F238E27FC236}">
                <a16:creationId xmlns:a16="http://schemas.microsoft.com/office/drawing/2014/main" id="{2052F5BA-C743-4F56-BF96-3A70DB7B29D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973698" y="3031460"/>
            <a:ext cx="1975104" cy="868680"/>
          </a:xfrm>
        </p:spPr>
        <p:txBody>
          <a:bodyPr rtlCol="0"/>
          <a:lstStyle/>
          <a:p>
            <a:pPr rtl="0"/>
            <a:r>
              <a:rPr lang="pt-BR"/>
              <a:t>fevereiro de 20XX</a:t>
            </a:r>
          </a:p>
        </p:txBody>
      </p:sp>
      <p:sp>
        <p:nvSpPr>
          <p:cNvPr id="24" name="Espaço Reservado para Texto 23">
            <a:extLst>
              <a:ext uri="{FF2B5EF4-FFF2-40B4-BE49-F238E27FC236}">
                <a16:creationId xmlns:a16="http://schemas.microsoft.com/office/drawing/2014/main" id="{0BA3A285-1B6B-47C7-A879-444362C4EFE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202976" y="3031460"/>
            <a:ext cx="1975104" cy="868680"/>
          </a:xfrm>
        </p:spPr>
        <p:txBody>
          <a:bodyPr rtlCol="0"/>
          <a:lstStyle/>
          <a:p>
            <a:pPr rtl="0"/>
            <a:r>
              <a:rPr lang="pt-BR"/>
              <a:t>maio de 20xx</a:t>
            </a:r>
          </a:p>
        </p:txBody>
      </p:sp>
      <p:sp>
        <p:nvSpPr>
          <p:cNvPr id="25" name="Espaço Reservado para Texto 24">
            <a:extLst>
              <a:ext uri="{FF2B5EF4-FFF2-40B4-BE49-F238E27FC236}">
                <a16:creationId xmlns:a16="http://schemas.microsoft.com/office/drawing/2014/main" id="{44B3A6EF-74CD-4CC3-BB15-24EAF0291D3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346652" y="3031460"/>
            <a:ext cx="1975104" cy="868680"/>
          </a:xfrm>
        </p:spPr>
        <p:txBody>
          <a:bodyPr rtlCol="0"/>
          <a:lstStyle/>
          <a:p>
            <a:pPr rtl="0"/>
            <a:r>
              <a:rPr lang="pt-BR"/>
              <a:t>outubro de 20xx</a:t>
            </a:r>
          </a:p>
        </p:txBody>
      </p:sp>
      <p:sp>
        <p:nvSpPr>
          <p:cNvPr id="33" name="Espaço Reservado para Texto 32">
            <a:extLst>
              <a:ext uri="{FF2B5EF4-FFF2-40B4-BE49-F238E27FC236}">
                <a16:creationId xmlns:a16="http://schemas.microsoft.com/office/drawing/2014/main" id="{6408E2D6-75F9-4B6D-83C6-E5C1D07857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91695" y="4042386"/>
            <a:ext cx="2743200" cy="1148945"/>
          </a:xfrm>
        </p:spPr>
        <p:txBody>
          <a:bodyPr rtlCol="0"/>
          <a:lstStyle/>
          <a:p>
            <a:pPr rtl="0"/>
            <a:r>
              <a:rPr lang="pt-BR"/>
              <a:t>Distribua o aplicativo para start-ups locais para ajudar a estabelecer o produto</a:t>
            </a:r>
          </a:p>
        </p:txBody>
      </p:sp>
      <p:sp>
        <p:nvSpPr>
          <p:cNvPr id="34" name="Espaço Reservado para Texto 33">
            <a:extLst>
              <a:ext uri="{FF2B5EF4-FFF2-40B4-BE49-F238E27FC236}">
                <a16:creationId xmlns:a16="http://schemas.microsoft.com/office/drawing/2014/main" id="{53AB9469-72E1-430D-8BF6-AEEEBDE86C7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20973" y="4042387"/>
            <a:ext cx="2743200" cy="1148945"/>
          </a:xfrm>
        </p:spPr>
        <p:txBody>
          <a:bodyPr rtlCol="0"/>
          <a:lstStyle/>
          <a:p>
            <a:pPr rtl="0"/>
            <a:r>
              <a:rPr lang="pt-BR"/>
              <a:t>Libere o aplicativo para o público em geral e monitore as tendências da imprensa e do mercado regional</a:t>
            </a:r>
          </a:p>
        </p:txBody>
      </p:sp>
      <p:sp>
        <p:nvSpPr>
          <p:cNvPr id="35" name="Espaço Reservado para Texto 34">
            <a:extLst>
              <a:ext uri="{FF2B5EF4-FFF2-40B4-BE49-F238E27FC236}">
                <a16:creationId xmlns:a16="http://schemas.microsoft.com/office/drawing/2014/main" id="{83F37B6A-147E-428A-8A0A-66906B67C61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964649" y="4042386"/>
            <a:ext cx="2743200" cy="1148945"/>
          </a:xfrm>
        </p:spPr>
        <p:txBody>
          <a:bodyPr rtlCol="0"/>
          <a:lstStyle/>
          <a:p>
            <a:pPr rtl="0"/>
            <a:r>
              <a:rPr lang="pt-BR"/>
              <a:t>Reúna comentários da comunidade de start-ups para expandir a disponibilidade do produto</a:t>
            </a:r>
          </a:p>
        </p:txBody>
      </p:sp>
      <p:sp>
        <p:nvSpPr>
          <p:cNvPr id="37" name="Espaço Reservado para Rodapé 36">
            <a:extLst>
              <a:ext uri="{FF2B5EF4-FFF2-40B4-BE49-F238E27FC236}">
                <a16:creationId xmlns:a16="http://schemas.microsoft.com/office/drawing/2014/main" id="{4257A396-7594-402C-B2A9-4678A060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/>
              <a:t>APRESENTAÇÃO</a:t>
            </a:r>
          </a:p>
        </p:txBody>
      </p:sp>
      <p:sp>
        <p:nvSpPr>
          <p:cNvPr id="38" name="Espaço Reservado para o Número do Slide 37">
            <a:extLst>
              <a:ext uri="{FF2B5EF4-FFF2-40B4-BE49-F238E27FC236}">
                <a16:creationId xmlns:a16="http://schemas.microsoft.com/office/drawing/2014/main" id="{FB8C2F46-6F7F-433F-82F4-E8079F414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A402E4C0-AD5E-4E8C-9F21-7CCE474BDCEB}" type="slidenum">
              <a:rPr lang="pt-BR" smtClean="0"/>
              <a:pPr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3535378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ítulo 123">
            <a:extLst>
              <a:ext uri="{FF2B5EF4-FFF2-40B4-BE49-F238E27FC236}">
                <a16:creationId xmlns:a16="http://schemas.microsoft.com/office/drawing/2014/main" id="{B4460716-6BD7-42C5-884B-FB370E074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Plano de ação de dois anos</a:t>
            </a:r>
          </a:p>
        </p:txBody>
      </p:sp>
      <p:sp>
        <p:nvSpPr>
          <p:cNvPr id="98" name="Espaço Reservado para Texto 97">
            <a:extLst>
              <a:ext uri="{FF2B5EF4-FFF2-40B4-BE49-F238E27FC236}">
                <a16:creationId xmlns:a16="http://schemas.microsoft.com/office/drawing/2014/main" id="{7BF85D80-939A-4D32-8E24-F43D30E9811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2029367" y="2071320"/>
            <a:ext cx="1440088" cy="598827"/>
          </a:xfrm>
        </p:spPr>
        <p:txBody>
          <a:bodyPr rtlCol="0"/>
          <a:lstStyle/>
          <a:p>
            <a:pPr rtl="0"/>
            <a:r>
              <a:rPr lang="pt-BR"/>
              <a:t>Fornecer voluntários</a:t>
            </a:r>
          </a:p>
        </p:txBody>
      </p:sp>
      <p:sp>
        <p:nvSpPr>
          <p:cNvPr id="99" name="Espaço Reservado para Texto 98">
            <a:extLst>
              <a:ext uri="{FF2B5EF4-FFF2-40B4-BE49-F238E27FC236}">
                <a16:creationId xmlns:a16="http://schemas.microsoft.com/office/drawing/2014/main" id="{2D19FA91-F1E7-4EBD-BDE4-75CFCA5A263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238520" y="1949578"/>
            <a:ext cx="1758272" cy="720570"/>
          </a:xfrm>
        </p:spPr>
        <p:txBody>
          <a:bodyPr rtlCol="0">
            <a:normAutofit/>
          </a:bodyPr>
          <a:lstStyle/>
          <a:p>
            <a:pPr rtl="0"/>
            <a:r>
              <a:rPr lang="pt-BR"/>
              <a:t>Executar grupos de foco</a:t>
            </a:r>
          </a:p>
        </p:txBody>
      </p:sp>
      <p:sp>
        <p:nvSpPr>
          <p:cNvPr id="100" name="Espaço Reservado para Texto 99">
            <a:extLst>
              <a:ext uri="{FF2B5EF4-FFF2-40B4-BE49-F238E27FC236}">
                <a16:creationId xmlns:a16="http://schemas.microsoft.com/office/drawing/2014/main" id="{976F8A2B-9ED8-48BE-85E3-75888951B26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8344687" y="2071320"/>
            <a:ext cx="1440088" cy="598827"/>
          </a:xfrm>
        </p:spPr>
        <p:txBody>
          <a:bodyPr rtlCol="0"/>
          <a:lstStyle/>
          <a:p>
            <a:pPr rtl="0"/>
            <a:r>
              <a:rPr lang="pt-BR"/>
              <a:t>Reunir comentários</a:t>
            </a:r>
          </a:p>
        </p:txBody>
      </p:sp>
      <p:sp>
        <p:nvSpPr>
          <p:cNvPr id="167" name="Espaço Reservado para Texto 166">
            <a:extLst>
              <a:ext uri="{FF2B5EF4-FFF2-40B4-BE49-F238E27FC236}">
                <a16:creationId xmlns:a16="http://schemas.microsoft.com/office/drawing/2014/main" id="{4BD31BFB-3E67-4778-9D30-28AC41FD64C0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53772" y="2763180"/>
            <a:ext cx="1021001" cy="501726"/>
          </a:xfrm>
        </p:spPr>
        <p:txBody>
          <a:bodyPr rtlCol="0">
            <a:normAutofit/>
          </a:bodyPr>
          <a:lstStyle/>
          <a:p>
            <a:pPr rtl="0"/>
            <a:r>
              <a:rPr lang="pt-BR"/>
              <a:t>20XX</a:t>
            </a:r>
          </a:p>
        </p:txBody>
      </p:sp>
      <p:sp>
        <p:nvSpPr>
          <p:cNvPr id="39" name="Espaço Reservado para Texto 38">
            <a:extLst>
              <a:ext uri="{FF2B5EF4-FFF2-40B4-BE49-F238E27FC236}">
                <a16:creationId xmlns:a16="http://schemas.microsoft.com/office/drawing/2014/main" id="{EB41788B-5A4D-4A23-BB14-7455046EF9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12346" y="3170170"/>
            <a:ext cx="495300" cy="652276"/>
          </a:xfrm>
        </p:spPr>
        <p:txBody>
          <a:bodyPr rtlCol="0"/>
          <a:lstStyle/>
          <a:p>
            <a:pPr rtl="0"/>
            <a:r>
              <a:rPr lang="pt-BR"/>
              <a:t>jan</a:t>
            </a:r>
          </a:p>
        </p:txBody>
      </p:sp>
      <p:sp>
        <p:nvSpPr>
          <p:cNvPr id="40" name="Espaço Reservado para Texto 39">
            <a:extLst>
              <a:ext uri="{FF2B5EF4-FFF2-40B4-BE49-F238E27FC236}">
                <a16:creationId xmlns:a16="http://schemas.microsoft.com/office/drawing/2014/main" id="{694BF050-9C6D-4081-95CF-F6BC29EAB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501761" y="3170170"/>
            <a:ext cx="495300" cy="652276"/>
          </a:xfrm>
        </p:spPr>
        <p:txBody>
          <a:bodyPr rtlCol="0"/>
          <a:lstStyle/>
          <a:p>
            <a:pPr rtl="0"/>
            <a:r>
              <a:rPr lang="pt-BR"/>
              <a:t>fev</a:t>
            </a:r>
          </a:p>
        </p:txBody>
      </p:sp>
      <p:sp>
        <p:nvSpPr>
          <p:cNvPr id="41" name="Espaço Reservado para Texto 40">
            <a:extLst>
              <a:ext uri="{FF2B5EF4-FFF2-40B4-BE49-F238E27FC236}">
                <a16:creationId xmlns:a16="http://schemas.microsoft.com/office/drawing/2014/main" id="{3C776D64-FE99-43B5-BA03-94B7B0EDC50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91176" y="3170170"/>
            <a:ext cx="495300" cy="652276"/>
          </a:xfrm>
        </p:spPr>
        <p:txBody>
          <a:bodyPr rtlCol="0"/>
          <a:lstStyle/>
          <a:p>
            <a:pPr rtl="0"/>
            <a:r>
              <a:rPr lang="pt-BR"/>
              <a:t>mar</a:t>
            </a:r>
          </a:p>
        </p:txBody>
      </p:sp>
      <p:sp>
        <p:nvSpPr>
          <p:cNvPr id="42" name="Espaço Reservado para Texto 41">
            <a:extLst>
              <a:ext uri="{FF2B5EF4-FFF2-40B4-BE49-F238E27FC236}">
                <a16:creationId xmlns:a16="http://schemas.microsoft.com/office/drawing/2014/main" id="{D52F622E-B59E-4A96-8D3E-3B13A871F5B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080591" y="3170170"/>
            <a:ext cx="495300" cy="652276"/>
          </a:xfrm>
        </p:spPr>
        <p:txBody>
          <a:bodyPr rtlCol="0"/>
          <a:lstStyle/>
          <a:p>
            <a:pPr rtl="0"/>
            <a:r>
              <a:rPr lang="pt-BR"/>
              <a:t>abr</a:t>
            </a:r>
          </a:p>
        </p:txBody>
      </p:sp>
      <p:sp>
        <p:nvSpPr>
          <p:cNvPr id="43" name="Espaço Reservado para Texto 42">
            <a:extLst>
              <a:ext uri="{FF2B5EF4-FFF2-40B4-BE49-F238E27FC236}">
                <a16:creationId xmlns:a16="http://schemas.microsoft.com/office/drawing/2014/main" id="{7D2FEB08-6B21-4BF7-97FE-A5781DCE93A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810807" y="3170170"/>
            <a:ext cx="615310" cy="652276"/>
          </a:xfrm>
        </p:spPr>
        <p:txBody>
          <a:bodyPr rtlCol="0"/>
          <a:lstStyle/>
          <a:p>
            <a:pPr rtl="0"/>
            <a:r>
              <a:rPr lang="pt-BR"/>
              <a:t>Mai</a:t>
            </a:r>
          </a:p>
        </p:txBody>
      </p:sp>
      <p:sp>
        <p:nvSpPr>
          <p:cNvPr id="44" name="Espaço Reservado para Texto 43">
            <a:extLst>
              <a:ext uri="{FF2B5EF4-FFF2-40B4-BE49-F238E27FC236}">
                <a16:creationId xmlns:a16="http://schemas.microsoft.com/office/drawing/2014/main" id="{1F2F0017-CCFD-4F8D-83B7-E01482D5601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659421" y="3170170"/>
            <a:ext cx="495300" cy="652276"/>
          </a:xfrm>
        </p:spPr>
        <p:txBody>
          <a:bodyPr rtlCol="0"/>
          <a:lstStyle/>
          <a:p>
            <a:pPr rtl="0"/>
            <a:r>
              <a:rPr lang="pt-BR"/>
              <a:t>jun</a:t>
            </a:r>
          </a:p>
        </p:txBody>
      </p:sp>
      <p:sp>
        <p:nvSpPr>
          <p:cNvPr id="45" name="Espaço Reservado para Texto 44">
            <a:extLst>
              <a:ext uri="{FF2B5EF4-FFF2-40B4-BE49-F238E27FC236}">
                <a16:creationId xmlns:a16="http://schemas.microsoft.com/office/drawing/2014/main" id="{D11CC642-FC71-4C7D-AD0A-828E2A08DFA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448836" y="3170170"/>
            <a:ext cx="495300" cy="652276"/>
          </a:xfrm>
        </p:spPr>
        <p:txBody>
          <a:bodyPr rtlCol="0"/>
          <a:lstStyle/>
          <a:p>
            <a:pPr rtl="0"/>
            <a:r>
              <a:rPr lang="pt-BR"/>
              <a:t>jul</a:t>
            </a:r>
          </a:p>
        </p:txBody>
      </p:sp>
      <p:sp>
        <p:nvSpPr>
          <p:cNvPr id="46" name="Espaço Reservado para Texto 45">
            <a:extLst>
              <a:ext uri="{FF2B5EF4-FFF2-40B4-BE49-F238E27FC236}">
                <a16:creationId xmlns:a16="http://schemas.microsoft.com/office/drawing/2014/main" id="{E8C7418D-7FF7-4E18-BFD3-32B69D0C414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238251" y="3170170"/>
            <a:ext cx="495300" cy="652276"/>
          </a:xfrm>
        </p:spPr>
        <p:txBody>
          <a:bodyPr rtlCol="0"/>
          <a:lstStyle/>
          <a:p>
            <a:pPr rtl="0"/>
            <a:r>
              <a:rPr lang="pt-BR"/>
              <a:t>ago</a:t>
            </a:r>
          </a:p>
        </p:txBody>
      </p:sp>
      <p:sp>
        <p:nvSpPr>
          <p:cNvPr id="47" name="Espaço Reservado para Texto 46">
            <a:extLst>
              <a:ext uri="{FF2B5EF4-FFF2-40B4-BE49-F238E27FC236}">
                <a16:creationId xmlns:a16="http://schemas.microsoft.com/office/drawing/2014/main" id="{2DD50C26-54E4-4467-95B8-E8541DDA6AC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27666" y="3170170"/>
            <a:ext cx="495300" cy="652276"/>
          </a:xfrm>
        </p:spPr>
        <p:txBody>
          <a:bodyPr rtlCol="0"/>
          <a:lstStyle/>
          <a:p>
            <a:pPr rtl="0"/>
            <a:r>
              <a:rPr lang="pt-BR"/>
              <a:t>set</a:t>
            </a:r>
          </a:p>
        </p:txBody>
      </p:sp>
      <p:sp>
        <p:nvSpPr>
          <p:cNvPr id="48" name="Espaço Reservado para Texto 47">
            <a:extLst>
              <a:ext uri="{FF2B5EF4-FFF2-40B4-BE49-F238E27FC236}">
                <a16:creationId xmlns:a16="http://schemas.microsoft.com/office/drawing/2014/main" id="{F41FF637-BB1E-44A4-893A-775347AA469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817081" y="3170170"/>
            <a:ext cx="495300" cy="652276"/>
          </a:xfrm>
        </p:spPr>
        <p:txBody>
          <a:bodyPr rtlCol="0"/>
          <a:lstStyle/>
          <a:p>
            <a:pPr rtl="0"/>
            <a:r>
              <a:rPr lang="pt-BR"/>
              <a:t>out</a:t>
            </a:r>
          </a:p>
        </p:txBody>
      </p:sp>
      <p:sp>
        <p:nvSpPr>
          <p:cNvPr id="49" name="Espaço Reservado para Texto 48">
            <a:extLst>
              <a:ext uri="{FF2B5EF4-FFF2-40B4-BE49-F238E27FC236}">
                <a16:creationId xmlns:a16="http://schemas.microsoft.com/office/drawing/2014/main" id="{6969BA4E-1EAE-41C8-BB18-657979AE5B0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606496" y="3170170"/>
            <a:ext cx="495300" cy="652276"/>
          </a:xfrm>
        </p:spPr>
        <p:txBody>
          <a:bodyPr rtlCol="0"/>
          <a:lstStyle/>
          <a:p>
            <a:pPr rtl="0"/>
            <a:r>
              <a:rPr lang="pt-BR"/>
              <a:t>nov</a:t>
            </a:r>
          </a:p>
        </p:txBody>
      </p:sp>
      <p:sp>
        <p:nvSpPr>
          <p:cNvPr id="50" name="Espaço Reservado para Texto 49">
            <a:extLst>
              <a:ext uri="{FF2B5EF4-FFF2-40B4-BE49-F238E27FC236}">
                <a16:creationId xmlns:a16="http://schemas.microsoft.com/office/drawing/2014/main" id="{4FC033C2-738F-4CE1-9D96-79DEF747692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395907" y="3170170"/>
            <a:ext cx="495300" cy="652276"/>
          </a:xfrm>
        </p:spPr>
        <p:txBody>
          <a:bodyPr rtlCol="0"/>
          <a:lstStyle/>
          <a:p>
            <a:pPr rtl="0"/>
            <a:r>
              <a:rPr lang="pt-BR"/>
              <a:t>dez</a:t>
            </a:r>
          </a:p>
        </p:txBody>
      </p:sp>
      <p:sp>
        <p:nvSpPr>
          <p:cNvPr id="134" name="Espaço Reservado para Texto 133">
            <a:extLst>
              <a:ext uri="{FF2B5EF4-FFF2-40B4-BE49-F238E27FC236}">
                <a16:creationId xmlns:a16="http://schemas.microsoft.com/office/drawing/2014/main" id="{143D4C69-4A2E-485F-8CB1-74C4E2984650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029367" y="3862599"/>
            <a:ext cx="1440088" cy="549318"/>
          </a:xfrm>
        </p:spPr>
        <p:txBody>
          <a:bodyPr rtlCol="0"/>
          <a:lstStyle/>
          <a:p>
            <a:pPr rtl="0"/>
            <a:r>
              <a:rPr lang="pt-BR"/>
              <a:t>Testar com start-ups</a:t>
            </a:r>
          </a:p>
        </p:txBody>
      </p:sp>
      <p:sp>
        <p:nvSpPr>
          <p:cNvPr id="35" name="Espaço Reservado para Texto 34">
            <a:extLst>
              <a:ext uri="{FF2B5EF4-FFF2-40B4-BE49-F238E27FC236}">
                <a16:creationId xmlns:a16="http://schemas.microsoft.com/office/drawing/2014/main" id="{04F31490-B2B7-4426-8E85-2B946D473289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76442" y="3862599"/>
            <a:ext cx="1440088" cy="549318"/>
          </a:xfrm>
        </p:spPr>
        <p:txBody>
          <a:bodyPr rtlCol="0">
            <a:normAutofit/>
          </a:bodyPr>
          <a:lstStyle/>
          <a:p>
            <a:pPr rtl="0"/>
            <a:r>
              <a:rPr lang="pt-BR"/>
              <a:t>Lançamento regional</a:t>
            </a:r>
          </a:p>
        </p:txBody>
      </p:sp>
      <p:sp>
        <p:nvSpPr>
          <p:cNvPr id="135" name="Espaço Reservado para Texto 134">
            <a:extLst>
              <a:ext uri="{FF2B5EF4-FFF2-40B4-BE49-F238E27FC236}">
                <a16:creationId xmlns:a16="http://schemas.microsoft.com/office/drawing/2014/main" id="{CCC6845F-1170-40DE-8F65-F6140059B86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9745342" y="3862599"/>
            <a:ext cx="1796438" cy="549318"/>
          </a:xfrm>
        </p:spPr>
        <p:txBody>
          <a:bodyPr rtlCol="0">
            <a:normAutofit/>
          </a:bodyPr>
          <a:lstStyle/>
          <a:p>
            <a:pPr rtl="0"/>
            <a:r>
              <a:rPr lang="pt-BR"/>
              <a:t>Entregar aos consumidores</a:t>
            </a:r>
          </a:p>
        </p:txBody>
      </p:sp>
      <p:sp>
        <p:nvSpPr>
          <p:cNvPr id="168" name="Espaço Reservado para Texto 167">
            <a:extLst>
              <a:ext uri="{FF2B5EF4-FFF2-40B4-BE49-F238E27FC236}">
                <a16:creationId xmlns:a16="http://schemas.microsoft.com/office/drawing/2014/main" id="{C99EF7C8-7B17-4B3D-B6E9-E0C70F826BF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3772" y="4449967"/>
            <a:ext cx="1021001" cy="501726"/>
          </a:xfrm>
        </p:spPr>
        <p:txBody>
          <a:bodyPr rtlCol="0">
            <a:normAutofit/>
          </a:bodyPr>
          <a:lstStyle/>
          <a:p>
            <a:pPr rtl="0"/>
            <a:r>
              <a:rPr lang="pt-BR"/>
              <a:t>20XX</a:t>
            </a:r>
          </a:p>
        </p:txBody>
      </p:sp>
      <p:sp>
        <p:nvSpPr>
          <p:cNvPr id="51" name="Espaço Reservado para Texto 50">
            <a:extLst>
              <a:ext uri="{FF2B5EF4-FFF2-40B4-BE49-F238E27FC236}">
                <a16:creationId xmlns:a16="http://schemas.microsoft.com/office/drawing/2014/main" id="{05F5362C-3D75-4B57-BF1E-C3C283D110A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712346" y="4871997"/>
            <a:ext cx="495300" cy="652272"/>
          </a:xfrm>
        </p:spPr>
        <p:txBody>
          <a:bodyPr rtlCol="0"/>
          <a:lstStyle/>
          <a:p>
            <a:pPr rtl="0"/>
            <a:r>
              <a:rPr lang="pt-BR"/>
              <a:t>jan</a:t>
            </a:r>
          </a:p>
        </p:txBody>
      </p:sp>
      <p:sp>
        <p:nvSpPr>
          <p:cNvPr id="52" name="Espaço Reservado para Texto 51">
            <a:extLst>
              <a:ext uri="{FF2B5EF4-FFF2-40B4-BE49-F238E27FC236}">
                <a16:creationId xmlns:a16="http://schemas.microsoft.com/office/drawing/2014/main" id="{6827CCF3-6234-44CD-A60B-0B28A5739DF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01761" y="4871997"/>
            <a:ext cx="495300" cy="652272"/>
          </a:xfrm>
        </p:spPr>
        <p:txBody>
          <a:bodyPr rtlCol="0"/>
          <a:lstStyle/>
          <a:p>
            <a:pPr rtl="0"/>
            <a:r>
              <a:rPr lang="pt-BR"/>
              <a:t>fev</a:t>
            </a:r>
          </a:p>
        </p:txBody>
      </p:sp>
      <p:sp>
        <p:nvSpPr>
          <p:cNvPr id="53" name="Espaço Reservado para Texto 52">
            <a:extLst>
              <a:ext uri="{FF2B5EF4-FFF2-40B4-BE49-F238E27FC236}">
                <a16:creationId xmlns:a16="http://schemas.microsoft.com/office/drawing/2014/main" id="{895A0D32-F9FD-400E-83C0-733100E37C0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291176" y="4871997"/>
            <a:ext cx="495300" cy="652272"/>
          </a:xfrm>
        </p:spPr>
        <p:txBody>
          <a:bodyPr rtlCol="0"/>
          <a:lstStyle/>
          <a:p>
            <a:pPr rtl="0"/>
            <a:r>
              <a:rPr lang="pt-BR"/>
              <a:t>mar</a:t>
            </a:r>
          </a:p>
        </p:txBody>
      </p:sp>
      <p:sp>
        <p:nvSpPr>
          <p:cNvPr id="54" name="Espaço Reservado para Texto 53">
            <a:extLst>
              <a:ext uri="{FF2B5EF4-FFF2-40B4-BE49-F238E27FC236}">
                <a16:creationId xmlns:a16="http://schemas.microsoft.com/office/drawing/2014/main" id="{565976EC-94E5-41FE-9E80-B40A9CC7ABA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080591" y="4871997"/>
            <a:ext cx="495300" cy="652272"/>
          </a:xfrm>
        </p:spPr>
        <p:txBody>
          <a:bodyPr rtlCol="0"/>
          <a:lstStyle/>
          <a:p>
            <a:pPr rtl="0"/>
            <a:r>
              <a:rPr lang="pt-BR"/>
              <a:t>abr</a:t>
            </a:r>
          </a:p>
        </p:txBody>
      </p:sp>
      <p:sp>
        <p:nvSpPr>
          <p:cNvPr id="55" name="Espaço Reservado para Texto 54">
            <a:extLst>
              <a:ext uri="{FF2B5EF4-FFF2-40B4-BE49-F238E27FC236}">
                <a16:creationId xmlns:a16="http://schemas.microsoft.com/office/drawing/2014/main" id="{E0951A0C-6C97-4519-8A5F-87ABF67DFA5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810807" y="4871997"/>
            <a:ext cx="615310" cy="652272"/>
          </a:xfrm>
        </p:spPr>
        <p:txBody>
          <a:bodyPr rtlCol="0"/>
          <a:lstStyle/>
          <a:p>
            <a:pPr rtl="0"/>
            <a:r>
              <a:rPr lang="pt-BR"/>
              <a:t>Mai</a:t>
            </a:r>
          </a:p>
        </p:txBody>
      </p:sp>
      <p:sp>
        <p:nvSpPr>
          <p:cNvPr id="56" name="Espaço Reservado para Texto 55">
            <a:extLst>
              <a:ext uri="{FF2B5EF4-FFF2-40B4-BE49-F238E27FC236}">
                <a16:creationId xmlns:a16="http://schemas.microsoft.com/office/drawing/2014/main" id="{9A4D4814-9B27-4B11-A2D8-0AAB1DBFE17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59421" y="4871997"/>
            <a:ext cx="495300" cy="652272"/>
          </a:xfrm>
        </p:spPr>
        <p:txBody>
          <a:bodyPr rtlCol="0"/>
          <a:lstStyle/>
          <a:p>
            <a:pPr rtl="0"/>
            <a:r>
              <a:rPr lang="pt-BR"/>
              <a:t>jun</a:t>
            </a:r>
          </a:p>
        </p:txBody>
      </p:sp>
      <p:sp>
        <p:nvSpPr>
          <p:cNvPr id="57" name="Espaço Reservado para Texto 56">
            <a:extLst>
              <a:ext uri="{FF2B5EF4-FFF2-40B4-BE49-F238E27FC236}">
                <a16:creationId xmlns:a16="http://schemas.microsoft.com/office/drawing/2014/main" id="{4AF74236-101C-4E25-940D-EC00B8AEB65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448836" y="4871997"/>
            <a:ext cx="495300" cy="652272"/>
          </a:xfrm>
        </p:spPr>
        <p:txBody>
          <a:bodyPr rtlCol="0"/>
          <a:lstStyle/>
          <a:p>
            <a:pPr rtl="0"/>
            <a:r>
              <a:rPr lang="pt-BR"/>
              <a:t>jul</a:t>
            </a:r>
          </a:p>
        </p:txBody>
      </p:sp>
      <p:sp>
        <p:nvSpPr>
          <p:cNvPr id="58" name="Espaço Reservado para Texto 57">
            <a:extLst>
              <a:ext uri="{FF2B5EF4-FFF2-40B4-BE49-F238E27FC236}">
                <a16:creationId xmlns:a16="http://schemas.microsoft.com/office/drawing/2014/main" id="{D85D8F90-2EBD-45EF-A882-6DAB9FFFB92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238251" y="4871997"/>
            <a:ext cx="495300" cy="652272"/>
          </a:xfrm>
        </p:spPr>
        <p:txBody>
          <a:bodyPr rtlCol="0"/>
          <a:lstStyle/>
          <a:p>
            <a:pPr rtl="0"/>
            <a:r>
              <a:rPr lang="pt-BR"/>
              <a:t>ago</a:t>
            </a:r>
          </a:p>
        </p:txBody>
      </p:sp>
      <p:sp>
        <p:nvSpPr>
          <p:cNvPr id="59" name="Espaço Reservado para Texto 58">
            <a:extLst>
              <a:ext uri="{FF2B5EF4-FFF2-40B4-BE49-F238E27FC236}">
                <a16:creationId xmlns:a16="http://schemas.microsoft.com/office/drawing/2014/main" id="{28E13E37-B675-4F76-AEFD-C5F32734E45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027666" y="4871997"/>
            <a:ext cx="495300" cy="652272"/>
          </a:xfrm>
        </p:spPr>
        <p:txBody>
          <a:bodyPr rtlCol="0"/>
          <a:lstStyle/>
          <a:p>
            <a:pPr rtl="0"/>
            <a:r>
              <a:rPr lang="pt-BR"/>
              <a:t>set</a:t>
            </a:r>
          </a:p>
        </p:txBody>
      </p:sp>
      <p:sp>
        <p:nvSpPr>
          <p:cNvPr id="60" name="Espaço Reservado para Texto 59">
            <a:extLst>
              <a:ext uri="{FF2B5EF4-FFF2-40B4-BE49-F238E27FC236}">
                <a16:creationId xmlns:a16="http://schemas.microsoft.com/office/drawing/2014/main" id="{A4F756B5-4A26-40F5-ADAA-FA4597F87723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817081" y="4871997"/>
            <a:ext cx="495300" cy="652272"/>
          </a:xfrm>
        </p:spPr>
        <p:txBody>
          <a:bodyPr rtlCol="0"/>
          <a:lstStyle/>
          <a:p>
            <a:pPr rtl="0"/>
            <a:r>
              <a:rPr lang="pt-BR"/>
              <a:t>out</a:t>
            </a:r>
          </a:p>
        </p:txBody>
      </p:sp>
      <p:sp>
        <p:nvSpPr>
          <p:cNvPr id="61" name="Espaço Reservado para Texto 60">
            <a:extLst>
              <a:ext uri="{FF2B5EF4-FFF2-40B4-BE49-F238E27FC236}">
                <a16:creationId xmlns:a16="http://schemas.microsoft.com/office/drawing/2014/main" id="{03405DF6-005D-4735-BA82-62FB1343A8B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9606496" y="4871997"/>
            <a:ext cx="495300" cy="652272"/>
          </a:xfrm>
        </p:spPr>
        <p:txBody>
          <a:bodyPr rtlCol="0"/>
          <a:lstStyle/>
          <a:p>
            <a:pPr rtl="0"/>
            <a:r>
              <a:rPr lang="pt-BR"/>
              <a:t>nov</a:t>
            </a:r>
          </a:p>
        </p:txBody>
      </p:sp>
      <p:sp>
        <p:nvSpPr>
          <p:cNvPr id="62" name="Espaço Reservado para Texto 61">
            <a:extLst>
              <a:ext uri="{FF2B5EF4-FFF2-40B4-BE49-F238E27FC236}">
                <a16:creationId xmlns:a16="http://schemas.microsoft.com/office/drawing/2014/main" id="{FB6BBA2A-A9C9-48DE-BCFC-D8A8EA1C787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0395907" y="4871997"/>
            <a:ext cx="495300" cy="652272"/>
          </a:xfrm>
        </p:spPr>
        <p:txBody>
          <a:bodyPr rtlCol="0"/>
          <a:lstStyle/>
          <a:p>
            <a:pPr rtl="0"/>
            <a:r>
              <a:rPr lang="pt-BR"/>
              <a:t>dez</a:t>
            </a:r>
          </a:p>
        </p:txBody>
      </p:sp>
      <p:grpSp>
        <p:nvGrpSpPr>
          <p:cNvPr id="38" name="Grupo 37">
            <a:extLst>
              <a:ext uri="{FF2B5EF4-FFF2-40B4-BE49-F238E27FC236}">
                <a16:creationId xmlns:a16="http://schemas.microsoft.com/office/drawing/2014/main" id="{A03E781E-7177-48E9-9719-BB669F012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749477" y="4411918"/>
            <a:ext cx="7895340" cy="344415"/>
            <a:chOff x="2749477" y="4411918"/>
            <a:chExt cx="7895340" cy="344415"/>
          </a:xfrm>
        </p:grpSpPr>
        <p:cxnSp>
          <p:nvCxnSpPr>
            <p:cNvPr id="63" name="Conector Reto 62">
              <a:extLst>
                <a:ext uri="{FF2B5EF4-FFF2-40B4-BE49-F238E27FC236}">
                  <a16:creationId xmlns:a16="http://schemas.microsoft.com/office/drawing/2014/main" id="{B3FAD773-C307-44DD-BC20-23F80EDB8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49477" y="4411918"/>
              <a:ext cx="1260" cy="34441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to 63">
              <a:extLst>
                <a:ext uri="{FF2B5EF4-FFF2-40B4-BE49-F238E27FC236}">
                  <a16:creationId xmlns:a16="http://schemas.microsoft.com/office/drawing/2014/main" id="{4263D7C3-68EE-450A-99BF-C66DAD63DF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9668" y="4411918"/>
              <a:ext cx="1260" cy="344415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to 64">
              <a:extLst>
                <a:ext uri="{FF2B5EF4-FFF2-40B4-BE49-F238E27FC236}">
                  <a16:creationId xmlns:a16="http://schemas.microsoft.com/office/drawing/2014/main" id="{CB826A7B-47D1-4CDE-8FF9-017A0D2AB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43557" y="4411918"/>
              <a:ext cx="1260" cy="34441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9277E97C-6CFA-4AF5-9696-0184E63B1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750737" y="2675138"/>
            <a:ext cx="6313957" cy="344415"/>
            <a:chOff x="2750737" y="2675138"/>
            <a:chExt cx="6313957" cy="344415"/>
          </a:xfrm>
        </p:grpSpPr>
        <p:cxnSp>
          <p:nvCxnSpPr>
            <p:cNvPr id="67" name="Conector Reto 66">
              <a:extLst>
                <a:ext uri="{FF2B5EF4-FFF2-40B4-BE49-F238E27FC236}">
                  <a16:creationId xmlns:a16="http://schemas.microsoft.com/office/drawing/2014/main" id="{AD3F2609-9CDD-4D75-A665-4D2F527EE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750737" y="2675138"/>
              <a:ext cx="1260" cy="34441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ector Reto 67">
              <a:extLst>
                <a:ext uri="{FF2B5EF4-FFF2-40B4-BE49-F238E27FC236}">
                  <a16:creationId xmlns:a16="http://schemas.microsoft.com/office/drawing/2014/main" id="{7E94D322-7358-4254-A88B-5A447FF71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116887" y="2675138"/>
              <a:ext cx="1260" cy="34441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ector Reto 68">
              <a:extLst>
                <a:ext uri="{FF2B5EF4-FFF2-40B4-BE49-F238E27FC236}">
                  <a16:creationId xmlns:a16="http://schemas.microsoft.com/office/drawing/2014/main" id="{88F81EB4-D578-4BDD-B7D3-447C2EB9DE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063434" y="2675138"/>
              <a:ext cx="1260" cy="34441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CB1CDAB1-6616-440C-AF3B-25D15E58B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047081" y="4694680"/>
            <a:ext cx="8510121" cy="0"/>
            <a:chOff x="1504814" y="2488864"/>
            <a:chExt cx="8510121" cy="0"/>
          </a:xfrm>
        </p:grpSpPr>
        <p:cxnSp>
          <p:nvCxnSpPr>
            <p:cNvPr id="71" name="Conector Reto 70">
              <a:extLst>
                <a:ext uri="{FF2B5EF4-FFF2-40B4-BE49-F238E27FC236}">
                  <a16:creationId xmlns:a16="http://schemas.microsoft.com/office/drawing/2014/main" id="{6B943732-F8BC-401F-86DD-4B1D6297559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4814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ector Reto 71">
              <a:extLst>
                <a:ext uri="{FF2B5EF4-FFF2-40B4-BE49-F238E27FC236}">
                  <a16:creationId xmlns:a16="http://schemas.microsoft.com/office/drawing/2014/main" id="{947F7C68-9C08-4686-AD4C-750BB3E968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01137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ector Reto 72">
              <a:extLst>
                <a:ext uri="{FF2B5EF4-FFF2-40B4-BE49-F238E27FC236}">
                  <a16:creationId xmlns:a16="http://schemas.microsoft.com/office/drawing/2014/main" id="{3EEB642F-F9D2-45BD-9717-7AE8D2A0FC6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8377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ector Reto 73">
              <a:extLst>
                <a:ext uri="{FF2B5EF4-FFF2-40B4-BE49-F238E27FC236}">
                  <a16:creationId xmlns:a16="http://schemas.microsoft.com/office/drawing/2014/main" id="{89EB02C2-E346-4354-AB07-DE0D08170EE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8009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 Reto 74">
              <a:extLst>
                <a:ext uri="{FF2B5EF4-FFF2-40B4-BE49-F238E27FC236}">
                  <a16:creationId xmlns:a16="http://schemas.microsoft.com/office/drawing/2014/main" id="{3DA133A3-8322-4AB6-887A-538C2806169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589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ector Reto 75">
              <a:extLst>
                <a:ext uri="{FF2B5EF4-FFF2-40B4-BE49-F238E27FC236}">
                  <a16:creationId xmlns:a16="http://schemas.microsoft.com/office/drawing/2014/main" id="{1763F120-178A-40D1-A82A-2E4D9BA4B22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5221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ector Reto 76">
              <a:extLst>
                <a:ext uri="{FF2B5EF4-FFF2-40B4-BE49-F238E27FC236}">
                  <a16:creationId xmlns:a16="http://schemas.microsoft.com/office/drawing/2014/main" id="{F409BB41-3C37-4847-8DB0-9CF5D94625A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34858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ector Reto 77">
              <a:extLst>
                <a:ext uri="{FF2B5EF4-FFF2-40B4-BE49-F238E27FC236}">
                  <a16:creationId xmlns:a16="http://schemas.microsoft.com/office/drawing/2014/main" id="{4E33A040-B4D3-4573-BD79-38B162540C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031181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Reto 78">
              <a:extLst>
                <a:ext uri="{FF2B5EF4-FFF2-40B4-BE49-F238E27FC236}">
                  <a16:creationId xmlns:a16="http://schemas.microsoft.com/office/drawing/2014/main" id="{438B288F-8E58-4652-98AC-366CE036365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13820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ector Reto 79">
              <a:extLst>
                <a:ext uri="{FF2B5EF4-FFF2-40B4-BE49-F238E27FC236}">
                  <a16:creationId xmlns:a16="http://schemas.microsoft.com/office/drawing/2014/main" id="{4627EDDF-4725-48CD-A698-6BA9E5753D0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10143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ector Reto 80">
              <a:extLst>
                <a:ext uri="{FF2B5EF4-FFF2-40B4-BE49-F238E27FC236}">
                  <a16:creationId xmlns:a16="http://schemas.microsoft.com/office/drawing/2014/main" id="{894E83A0-CFA3-4B96-BD81-39AB301E5B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9625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upo 81">
            <a:extLst>
              <a:ext uri="{FF2B5EF4-FFF2-40B4-BE49-F238E27FC236}">
                <a16:creationId xmlns:a16="http://schemas.microsoft.com/office/drawing/2014/main" id="{55EE8A88-DC8F-44A7-B104-AE0F5C800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872910" y="4599626"/>
            <a:ext cx="8858463" cy="174171"/>
            <a:chOff x="1835966" y="4162015"/>
            <a:chExt cx="8858463" cy="174171"/>
          </a:xfrm>
        </p:grpSpPr>
        <p:sp>
          <p:nvSpPr>
            <p:cNvPr id="83" name="Oval 234">
              <a:extLst>
                <a:ext uri="{FF2B5EF4-FFF2-40B4-BE49-F238E27FC236}">
                  <a16:creationId xmlns:a16="http://schemas.microsoft.com/office/drawing/2014/main" id="{EE82452B-60E4-4C51-82BC-CCA2E70AA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835966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sp>
          <p:nvSpPr>
            <p:cNvPr id="84" name="Oval 236">
              <a:extLst>
                <a:ext uri="{FF2B5EF4-FFF2-40B4-BE49-F238E27FC236}">
                  <a16:creationId xmlns:a16="http://schemas.microsoft.com/office/drawing/2014/main" id="{0FA953AE-6A30-49AB-ACDB-051FDE442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625447" y="4162015"/>
              <a:ext cx="174171" cy="17417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sp>
          <p:nvSpPr>
            <p:cNvPr id="85" name="Oval 238">
              <a:extLst>
                <a:ext uri="{FF2B5EF4-FFF2-40B4-BE49-F238E27FC236}">
                  <a16:creationId xmlns:a16="http://schemas.microsoft.com/office/drawing/2014/main" id="{29C9EFAF-D2A2-4FD8-BAAC-7A816BFA8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414928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sp>
          <p:nvSpPr>
            <p:cNvPr id="86" name="Oval 240">
              <a:extLst>
                <a:ext uri="{FF2B5EF4-FFF2-40B4-BE49-F238E27FC236}">
                  <a16:creationId xmlns:a16="http://schemas.microsoft.com/office/drawing/2014/main" id="{82FCD094-57CC-4B70-97FA-1D9C45F11C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204409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sp>
          <p:nvSpPr>
            <p:cNvPr id="87" name="Oval 242">
              <a:extLst>
                <a:ext uri="{FF2B5EF4-FFF2-40B4-BE49-F238E27FC236}">
                  <a16:creationId xmlns:a16="http://schemas.microsoft.com/office/drawing/2014/main" id="{8B4A3004-A427-4F04-825C-1C19BCF03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993890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sp>
          <p:nvSpPr>
            <p:cNvPr id="88" name="Oval 244">
              <a:extLst>
                <a:ext uri="{FF2B5EF4-FFF2-40B4-BE49-F238E27FC236}">
                  <a16:creationId xmlns:a16="http://schemas.microsoft.com/office/drawing/2014/main" id="{CBE937C0-C4AD-43C6-8AA5-85DCB0F78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783371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sp>
          <p:nvSpPr>
            <p:cNvPr id="89" name="Oval 246">
              <a:extLst>
                <a:ext uri="{FF2B5EF4-FFF2-40B4-BE49-F238E27FC236}">
                  <a16:creationId xmlns:a16="http://schemas.microsoft.com/office/drawing/2014/main" id="{48478F5D-AC63-456C-A2A6-46E2C60791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572852" y="4162015"/>
              <a:ext cx="174171" cy="174171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sp>
          <p:nvSpPr>
            <p:cNvPr id="90" name="Oval 248">
              <a:extLst>
                <a:ext uri="{FF2B5EF4-FFF2-40B4-BE49-F238E27FC236}">
                  <a16:creationId xmlns:a16="http://schemas.microsoft.com/office/drawing/2014/main" id="{B87B26F3-280B-4BAC-A30B-6028AC9AAD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362333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sp>
          <p:nvSpPr>
            <p:cNvPr id="91" name="Oval 250">
              <a:extLst>
                <a:ext uri="{FF2B5EF4-FFF2-40B4-BE49-F238E27FC236}">
                  <a16:creationId xmlns:a16="http://schemas.microsoft.com/office/drawing/2014/main" id="{62ED9F1E-FCE3-4CBC-A7C4-672C2816D8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151814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sp>
          <p:nvSpPr>
            <p:cNvPr id="92" name="Oval 252">
              <a:extLst>
                <a:ext uri="{FF2B5EF4-FFF2-40B4-BE49-F238E27FC236}">
                  <a16:creationId xmlns:a16="http://schemas.microsoft.com/office/drawing/2014/main" id="{E758D61B-A483-412E-865D-D1566EC029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941295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sp>
          <p:nvSpPr>
            <p:cNvPr id="93" name="Oval 254">
              <a:extLst>
                <a:ext uri="{FF2B5EF4-FFF2-40B4-BE49-F238E27FC236}">
                  <a16:creationId xmlns:a16="http://schemas.microsoft.com/office/drawing/2014/main" id="{3A79885B-A845-4504-B199-AA59BFC408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730776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sp>
          <p:nvSpPr>
            <p:cNvPr id="94" name="Oval 256">
              <a:extLst>
                <a:ext uri="{FF2B5EF4-FFF2-40B4-BE49-F238E27FC236}">
                  <a16:creationId xmlns:a16="http://schemas.microsoft.com/office/drawing/2014/main" id="{7448D00D-9939-4654-90C0-B61DF4E4F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20258" y="4162015"/>
              <a:ext cx="174171" cy="17417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</p:grpSp>
      <p:grpSp>
        <p:nvGrpSpPr>
          <p:cNvPr id="95" name="Grupo 94">
            <a:extLst>
              <a:ext uri="{FF2B5EF4-FFF2-40B4-BE49-F238E27FC236}">
                <a16:creationId xmlns:a16="http://schemas.microsoft.com/office/drawing/2014/main" id="{980EB1B1-085F-4C16-AA18-D1651CA90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049387" y="2999128"/>
            <a:ext cx="8510121" cy="0"/>
            <a:chOff x="1504814" y="2488864"/>
            <a:chExt cx="8510121" cy="0"/>
          </a:xfrm>
        </p:grpSpPr>
        <p:cxnSp>
          <p:nvCxnSpPr>
            <p:cNvPr id="96" name="Conector Reto 95">
              <a:extLst>
                <a:ext uri="{FF2B5EF4-FFF2-40B4-BE49-F238E27FC236}">
                  <a16:creationId xmlns:a16="http://schemas.microsoft.com/office/drawing/2014/main" id="{49D60951-28D6-479D-B250-64EC93D45FA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4814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ector Reto 96">
              <a:extLst>
                <a:ext uri="{FF2B5EF4-FFF2-40B4-BE49-F238E27FC236}">
                  <a16:creationId xmlns:a16="http://schemas.microsoft.com/office/drawing/2014/main" id="{5BCC5BA1-9669-4409-9A11-19731286BCA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01137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ector Reto 100">
              <a:extLst>
                <a:ext uri="{FF2B5EF4-FFF2-40B4-BE49-F238E27FC236}">
                  <a16:creationId xmlns:a16="http://schemas.microsoft.com/office/drawing/2014/main" id="{56D80429-1EA8-45B7-B748-86971D3A5B0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8377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ector Reto 101">
              <a:extLst>
                <a:ext uri="{FF2B5EF4-FFF2-40B4-BE49-F238E27FC236}">
                  <a16:creationId xmlns:a16="http://schemas.microsoft.com/office/drawing/2014/main" id="{DC08C031-8FA5-4593-86A8-73DD069056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8009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ector Reto 102">
              <a:extLst>
                <a:ext uri="{FF2B5EF4-FFF2-40B4-BE49-F238E27FC236}">
                  <a16:creationId xmlns:a16="http://schemas.microsoft.com/office/drawing/2014/main" id="{AC3F1058-5CC0-4F55-8238-F8A40C20FF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589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ector Reto 103">
              <a:extLst>
                <a:ext uri="{FF2B5EF4-FFF2-40B4-BE49-F238E27FC236}">
                  <a16:creationId xmlns:a16="http://schemas.microsoft.com/office/drawing/2014/main" id="{73512DCF-39ED-44A4-9108-B0FEF4FC669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5221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ector Reto 104">
              <a:extLst>
                <a:ext uri="{FF2B5EF4-FFF2-40B4-BE49-F238E27FC236}">
                  <a16:creationId xmlns:a16="http://schemas.microsoft.com/office/drawing/2014/main" id="{4AA9C9DE-690E-4AB4-86A2-C54F3A3531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34858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ector Reto 105">
              <a:extLst>
                <a:ext uri="{FF2B5EF4-FFF2-40B4-BE49-F238E27FC236}">
                  <a16:creationId xmlns:a16="http://schemas.microsoft.com/office/drawing/2014/main" id="{056FDA20-77A2-44E7-BDD5-6F8F06C2999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031181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ector Reto 106">
              <a:extLst>
                <a:ext uri="{FF2B5EF4-FFF2-40B4-BE49-F238E27FC236}">
                  <a16:creationId xmlns:a16="http://schemas.microsoft.com/office/drawing/2014/main" id="{DFCC3E47-BC17-4BF6-8A00-B8D5959560E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13820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ector Reto 107">
              <a:extLst>
                <a:ext uri="{FF2B5EF4-FFF2-40B4-BE49-F238E27FC236}">
                  <a16:creationId xmlns:a16="http://schemas.microsoft.com/office/drawing/2014/main" id="{A3164CF8-C9CC-47A3-9C15-50B0BF8834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10143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ector Reto 108">
              <a:extLst>
                <a:ext uri="{FF2B5EF4-FFF2-40B4-BE49-F238E27FC236}">
                  <a16:creationId xmlns:a16="http://schemas.microsoft.com/office/drawing/2014/main" id="{9A312809-1B0A-40E2-9D6B-860CCA43286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9625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AF67E0BE-3828-42FB-9AA7-3F803DB2D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872910" y="2903401"/>
            <a:ext cx="8858463" cy="174171"/>
            <a:chOff x="1835966" y="4162015"/>
            <a:chExt cx="8858463" cy="174171"/>
          </a:xfrm>
        </p:grpSpPr>
        <p:sp>
          <p:nvSpPr>
            <p:cNvPr id="111" name="Oval 234">
              <a:extLst>
                <a:ext uri="{FF2B5EF4-FFF2-40B4-BE49-F238E27FC236}">
                  <a16:creationId xmlns:a16="http://schemas.microsoft.com/office/drawing/2014/main" id="{B5B00848-3459-4661-A7EF-E75AC9C40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835966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sp>
          <p:nvSpPr>
            <p:cNvPr id="112" name="Oval 236">
              <a:extLst>
                <a:ext uri="{FF2B5EF4-FFF2-40B4-BE49-F238E27FC236}">
                  <a16:creationId xmlns:a16="http://schemas.microsoft.com/office/drawing/2014/main" id="{B894BB30-ECBC-4F62-9C74-0E3968350C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625447" y="4162015"/>
              <a:ext cx="174171" cy="17417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sp>
          <p:nvSpPr>
            <p:cNvPr id="113" name="Oval 238">
              <a:extLst>
                <a:ext uri="{FF2B5EF4-FFF2-40B4-BE49-F238E27FC236}">
                  <a16:creationId xmlns:a16="http://schemas.microsoft.com/office/drawing/2014/main" id="{9CA8F390-1FEE-457A-8225-D51F7A253E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414928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sp>
          <p:nvSpPr>
            <p:cNvPr id="114" name="Oval 240">
              <a:extLst>
                <a:ext uri="{FF2B5EF4-FFF2-40B4-BE49-F238E27FC236}">
                  <a16:creationId xmlns:a16="http://schemas.microsoft.com/office/drawing/2014/main" id="{4E6F774F-40ED-467D-88A2-94AE11DC50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204409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sp>
          <p:nvSpPr>
            <p:cNvPr id="115" name="Oval 242">
              <a:extLst>
                <a:ext uri="{FF2B5EF4-FFF2-40B4-BE49-F238E27FC236}">
                  <a16:creationId xmlns:a16="http://schemas.microsoft.com/office/drawing/2014/main" id="{EFFD4305-13D4-4942-B7CC-6DBCA01BF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993890" y="4162015"/>
              <a:ext cx="174171" cy="17417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sp>
          <p:nvSpPr>
            <p:cNvPr id="116" name="Oval 244">
              <a:extLst>
                <a:ext uri="{FF2B5EF4-FFF2-40B4-BE49-F238E27FC236}">
                  <a16:creationId xmlns:a16="http://schemas.microsoft.com/office/drawing/2014/main" id="{71A322C7-81AC-4059-88C9-E5BED0974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783371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sp>
          <p:nvSpPr>
            <p:cNvPr id="117" name="Oval 246">
              <a:extLst>
                <a:ext uri="{FF2B5EF4-FFF2-40B4-BE49-F238E27FC236}">
                  <a16:creationId xmlns:a16="http://schemas.microsoft.com/office/drawing/2014/main" id="{C34BC827-F7BE-4B4C-AA4F-F9CA43CE0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572852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sp>
          <p:nvSpPr>
            <p:cNvPr id="118" name="Oval 248">
              <a:extLst>
                <a:ext uri="{FF2B5EF4-FFF2-40B4-BE49-F238E27FC236}">
                  <a16:creationId xmlns:a16="http://schemas.microsoft.com/office/drawing/2014/main" id="{493D3EA3-98DA-45F8-A146-C11E2188C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362333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sp>
          <p:nvSpPr>
            <p:cNvPr id="119" name="Oval 250">
              <a:extLst>
                <a:ext uri="{FF2B5EF4-FFF2-40B4-BE49-F238E27FC236}">
                  <a16:creationId xmlns:a16="http://schemas.microsoft.com/office/drawing/2014/main" id="{2471905D-4879-4E49-B008-F9AA936C6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151814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sp>
          <p:nvSpPr>
            <p:cNvPr id="120" name="Oval 252">
              <a:extLst>
                <a:ext uri="{FF2B5EF4-FFF2-40B4-BE49-F238E27FC236}">
                  <a16:creationId xmlns:a16="http://schemas.microsoft.com/office/drawing/2014/main" id="{ABC6EDE8-DC88-40DF-A932-C5D3BC7E32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941295" y="4162015"/>
              <a:ext cx="174171" cy="17417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sp>
          <p:nvSpPr>
            <p:cNvPr id="121" name="Oval 254">
              <a:extLst>
                <a:ext uri="{FF2B5EF4-FFF2-40B4-BE49-F238E27FC236}">
                  <a16:creationId xmlns:a16="http://schemas.microsoft.com/office/drawing/2014/main" id="{F6056E70-C46E-4A13-8BA2-22B1D24C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730776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sp>
          <p:nvSpPr>
            <p:cNvPr id="122" name="Oval 256">
              <a:extLst>
                <a:ext uri="{FF2B5EF4-FFF2-40B4-BE49-F238E27FC236}">
                  <a16:creationId xmlns:a16="http://schemas.microsoft.com/office/drawing/2014/main" id="{AA48B21D-0BDC-4CCA-AC74-C6A8A440A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20258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</p:grpSp>
      <p:sp>
        <p:nvSpPr>
          <p:cNvPr id="170" name="Espaço Reservado para Rodapé 169">
            <a:extLst>
              <a:ext uri="{FF2B5EF4-FFF2-40B4-BE49-F238E27FC236}">
                <a16:creationId xmlns:a16="http://schemas.microsoft.com/office/drawing/2014/main" id="{23D83515-2C49-4811-A872-1DAD2FEA5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/>
              <a:t>APRESENTAÇÃO</a:t>
            </a:r>
          </a:p>
        </p:txBody>
      </p:sp>
      <p:sp>
        <p:nvSpPr>
          <p:cNvPr id="171" name="Espaço Reservado para o Número do Slide 170">
            <a:extLst>
              <a:ext uri="{FF2B5EF4-FFF2-40B4-BE49-F238E27FC236}">
                <a16:creationId xmlns:a16="http://schemas.microsoft.com/office/drawing/2014/main" id="{A65CE78F-C6B9-4EEC-8B5C-FBBA91D3B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A402E4C0-AD5E-4E8C-9F21-7CCE474BDCEB}" type="slidenum">
              <a:rPr lang="pt-BR" smtClean="0"/>
              <a:pPr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2769164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ítulo 48">
            <a:extLst>
              <a:ext uri="{FF2B5EF4-FFF2-40B4-BE49-F238E27FC236}">
                <a16:creationId xmlns:a16="http://schemas.microsoft.com/office/drawing/2014/main" id="{4B590098-81C1-4249-B3A2-EA9785C89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2698" y="1566777"/>
            <a:ext cx="7286604" cy="634323"/>
          </a:xfrm>
        </p:spPr>
        <p:txBody>
          <a:bodyPr rtlCol="0"/>
          <a:lstStyle/>
          <a:p>
            <a:pPr rtl="0"/>
            <a:r>
              <a:rPr lang="pt-BR"/>
              <a:t>Conheça a equipe</a:t>
            </a:r>
          </a:p>
        </p:txBody>
      </p:sp>
      <p:pic>
        <p:nvPicPr>
          <p:cNvPr id="21" name="Espaço Reservado para Imagem 20" descr="Foto de rosto do membro da equipe">
            <a:extLst>
              <a:ext uri="{FF2B5EF4-FFF2-40B4-BE49-F238E27FC236}">
                <a16:creationId xmlns:a16="http://schemas.microsoft.com/office/drawing/2014/main" id="{7B3A7BB2-D754-4C1F-BBD1-08ACE735E49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03737" y="2804053"/>
            <a:ext cx="1487419" cy="1498417"/>
          </a:xfrm>
        </p:spPr>
      </p:pic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ECD612B0-CA10-4130-B168-DF81E13876E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488239" y="4570546"/>
            <a:ext cx="2118414" cy="332113"/>
          </a:xfrm>
        </p:spPr>
        <p:txBody>
          <a:bodyPr rtlCol="0">
            <a:normAutofit/>
          </a:bodyPr>
          <a:lstStyle/>
          <a:p>
            <a:pPr rtl="0"/>
            <a:r>
              <a:rPr lang="pt-BR" spc="0"/>
              <a:t>Cecil Lima​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4A624D75-824F-4CC8-9323-2E23CB884A5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88239" y="4886780"/>
            <a:ext cx="2118414" cy="531393"/>
          </a:xfrm>
        </p:spPr>
        <p:txBody>
          <a:bodyPr rtlCol="0"/>
          <a:lstStyle/>
          <a:p>
            <a:pPr rtl="0"/>
            <a:r>
              <a:rPr lang="pt-BR"/>
              <a:t>Presidente</a:t>
            </a:r>
          </a:p>
        </p:txBody>
      </p:sp>
      <p:pic>
        <p:nvPicPr>
          <p:cNvPr id="23" name="Espaço Reservado para Imagem 22" descr="Foto de rosto do membro da equipe">
            <a:extLst>
              <a:ext uri="{FF2B5EF4-FFF2-40B4-BE49-F238E27FC236}">
                <a16:creationId xmlns:a16="http://schemas.microsoft.com/office/drawing/2014/main" id="{5008DFBC-FDF6-43E4-ACE9-92DFEA05B14F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75961" y="2804053"/>
            <a:ext cx="1487419" cy="1498417"/>
          </a:xfrm>
        </p:spPr>
      </p:pic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F72949CD-9D3F-427D-B9F4-D4BC669A1EB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60463" y="4570546"/>
            <a:ext cx="2118414" cy="332113"/>
          </a:xfrm>
        </p:spPr>
        <p:txBody>
          <a:bodyPr rtlCol="0"/>
          <a:lstStyle/>
          <a:p>
            <a:pPr rtl="0"/>
            <a:r>
              <a:rPr lang="pt-BR" spc="0"/>
              <a:t>Lara Cardoso​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C2135DE6-D742-4873-90DE-D377ACDAC2C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60463" y="4886780"/>
            <a:ext cx="2118414" cy="531393"/>
          </a:xfrm>
        </p:spPr>
        <p:txBody>
          <a:bodyPr rtlCol="0"/>
          <a:lstStyle/>
          <a:p>
            <a:pPr rtl="0"/>
            <a:r>
              <a:rPr lang="pt-BR"/>
              <a:t>Diretor Executivo</a:t>
            </a:r>
          </a:p>
        </p:txBody>
      </p:sp>
      <p:pic>
        <p:nvPicPr>
          <p:cNvPr id="25" name="Espaço Reservado para Imagem 24" descr="Foto de rosto do membro da equipe">
            <a:extLst>
              <a:ext uri="{FF2B5EF4-FFF2-40B4-BE49-F238E27FC236}">
                <a16:creationId xmlns:a16="http://schemas.microsoft.com/office/drawing/2014/main" id="{1CBBE1EF-8A0E-4660-93D4-16195F55622A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48185" y="2804053"/>
            <a:ext cx="1487419" cy="1498417"/>
          </a:xfrm>
        </p:spPr>
      </p:pic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47B3AD41-1FE5-49CB-8A4E-D4849B52B19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34075" y="4570546"/>
            <a:ext cx="2715638" cy="332113"/>
          </a:xfrm>
        </p:spPr>
        <p:txBody>
          <a:bodyPr rtlCol="0">
            <a:normAutofit/>
          </a:bodyPr>
          <a:lstStyle/>
          <a:p>
            <a:pPr rtl="0"/>
            <a:r>
              <a:rPr lang="pt-BR" spc="0"/>
              <a:t>Gabrielle Gonçalves​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0DF2FA86-F417-4CF1-AA96-86CEC9266FA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32687" y="4886780"/>
            <a:ext cx="2118414" cy="531393"/>
          </a:xfrm>
        </p:spPr>
        <p:txBody>
          <a:bodyPr rtlCol="0"/>
          <a:lstStyle/>
          <a:p>
            <a:pPr rtl="0"/>
            <a:r>
              <a:rPr lang="pt-BR"/>
              <a:t>Diretor de Operações</a:t>
            </a:r>
          </a:p>
        </p:txBody>
      </p:sp>
      <p:pic>
        <p:nvPicPr>
          <p:cNvPr id="27" name="Espaço Reservado para Imagem 26" descr="Foto de rosto do membro da equipe">
            <a:extLst>
              <a:ext uri="{FF2B5EF4-FFF2-40B4-BE49-F238E27FC236}">
                <a16:creationId xmlns:a16="http://schemas.microsoft.com/office/drawing/2014/main" id="{61636076-17B6-4189-9E02-9522B5D845A5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20409" y="2804053"/>
            <a:ext cx="1487419" cy="1498417"/>
          </a:xfrm>
        </p:spPr>
      </p:pic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02A02D31-8F04-4F7D-80D7-63235BCF72C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604911" y="4570546"/>
            <a:ext cx="2118415" cy="332113"/>
          </a:xfrm>
        </p:spPr>
        <p:txBody>
          <a:bodyPr rtlCol="0">
            <a:normAutofit/>
          </a:bodyPr>
          <a:lstStyle/>
          <a:p>
            <a:pPr rtl="0"/>
            <a:r>
              <a:rPr lang="pt-BR" spc="0"/>
              <a:t>Henrique Castro​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6FB54806-880A-4646-9759-138039CF74A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04911" y="4886780"/>
            <a:ext cx="2118415" cy="531393"/>
          </a:xfrm>
        </p:spPr>
        <p:txBody>
          <a:bodyPr rtlCol="0"/>
          <a:lstStyle/>
          <a:p>
            <a:pPr rtl="0"/>
            <a:r>
              <a:rPr lang="pt-BR"/>
              <a:t>VP de Marketing</a:t>
            </a:r>
          </a:p>
        </p:txBody>
      </p:sp>
      <p:sp>
        <p:nvSpPr>
          <p:cNvPr id="18" name="Espaço Reservado para Rodapé 17">
            <a:extLst>
              <a:ext uri="{FF2B5EF4-FFF2-40B4-BE49-F238E27FC236}">
                <a16:creationId xmlns:a16="http://schemas.microsoft.com/office/drawing/2014/main" id="{EECE930A-E403-4C63-82E5-F7F84990A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/>
              <a:t>APRESENTAÇÃO</a:t>
            </a:r>
          </a:p>
        </p:txBody>
      </p:sp>
      <p:sp>
        <p:nvSpPr>
          <p:cNvPr id="19" name="Espaço Reservado para o Número do Slide 18">
            <a:extLst>
              <a:ext uri="{FF2B5EF4-FFF2-40B4-BE49-F238E27FC236}">
                <a16:creationId xmlns:a16="http://schemas.microsoft.com/office/drawing/2014/main" id="{74E25067-A5AE-4CD6-9383-5050461A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A402E4C0-AD5E-4E8C-9F21-7CCE474BDCEB}" type="slidenum">
              <a:rPr lang="pt-BR" smtClean="0"/>
              <a:pPr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1964732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C2ACCF9-0672-4707-BFAE-8EB35588C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2698" y="1187753"/>
            <a:ext cx="7286604" cy="634323"/>
          </a:xfr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r>
              <a:rPr lang="pt-BR"/>
              <a:t>A Equipe completa</a:t>
            </a:r>
          </a:p>
        </p:txBody>
      </p:sp>
      <p:pic>
        <p:nvPicPr>
          <p:cNvPr id="81" name="Espaço Reservado para Imagem 80" descr="Foto de rosto do membro da equipe">
            <a:extLst>
              <a:ext uri="{FF2B5EF4-FFF2-40B4-BE49-F238E27FC236}">
                <a16:creationId xmlns:a16="http://schemas.microsoft.com/office/drawing/2014/main" id="{0DB37D96-B3FF-4447-834B-29A9DF7E1FA0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02390" y="2327255"/>
            <a:ext cx="950588" cy="685062"/>
          </a:xfrm>
        </p:spPr>
      </p:pic>
      <p:sp>
        <p:nvSpPr>
          <p:cNvPr id="65" name="Espaço Reservado para Texto 64">
            <a:extLst>
              <a:ext uri="{FF2B5EF4-FFF2-40B4-BE49-F238E27FC236}">
                <a16:creationId xmlns:a16="http://schemas.microsoft.com/office/drawing/2014/main" id="{6CEA7312-3725-4A0E-B001-3767172A4DE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418477" y="3263610"/>
            <a:ext cx="2118414" cy="332113"/>
          </a:xfrm>
        </p:spPr>
        <p:txBody>
          <a:bodyPr rtlCol="0"/>
          <a:lstStyle/>
          <a:p>
            <a:pPr rtl="0"/>
            <a:r>
              <a:rPr lang="pt-BR" spc="0"/>
              <a:t>Cecil Lima</a:t>
            </a:r>
          </a:p>
        </p:txBody>
      </p:sp>
      <p:sp>
        <p:nvSpPr>
          <p:cNvPr id="66" name="Espaço Reservado para Texto 65">
            <a:extLst>
              <a:ext uri="{FF2B5EF4-FFF2-40B4-BE49-F238E27FC236}">
                <a16:creationId xmlns:a16="http://schemas.microsoft.com/office/drawing/2014/main" id="{25F71493-5163-4C3D-A1BD-749603AB4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418477" y="3579845"/>
            <a:ext cx="2118414" cy="390545"/>
          </a:xfrm>
        </p:spPr>
        <p:txBody>
          <a:bodyPr rtlCol="0"/>
          <a:lstStyle/>
          <a:p>
            <a:pPr rtl="0"/>
            <a:r>
              <a:rPr lang="pt-BR"/>
              <a:t>Presidente</a:t>
            </a:r>
          </a:p>
        </p:txBody>
      </p:sp>
      <p:pic>
        <p:nvPicPr>
          <p:cNvPr id="89" name="Espaço Reservado para Imagem 88" descr="Foto de rosto do membro da equipe">
            <a:extLst>
              <a:ext uri="{FF2B5EF4-FFF2-40B4-BE49-F238E27FC236}">
                <a16:creationId xmlns:a16="http://schemas.microsoft.com/office/drawing/2014/main" id="{81297F37-F134-415A-BFBA-F2908399124B}"/>
              </a:ext>
            </a:extLst>
          </p:cNvPr>
          <p:cNvPicPr>
            <a:picLocks noGrp="1" noChangeAspect="1"/>
          </p:cNvPicPr>
          <p:nvPr>
            <p:ph type="pic" sz="quarter" idx="41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02390" y="4154796"/>
            <a:ext cx="950588" cy="685062"/>
          </a:xfrm>
        </p:spPr>
      </p:pic>
      <p:sp>
        <p:nvSpPr>
          <p:cNvPr id="56" name="Espaço Reservado para Texto 55">
            <a:extLst>
              <a:ext uri="{FF2B5EF4-FFF2-40B4-BE49-F238E27FC236}">
                <a16:creationId xmlns:a16="http://schemas.microsoft.com/office/drawing/2014/main" id="{B0CF947B-F255-4AC2-AF7D-44B6B25500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16352" y="5098599"/>
            <a:ext cx="2722664" cy="332113"/>
          </a:xfrm>
        </p:spPr>
        <p:txBody>
          <a:bodyPr rtlCol="0">
            <a:normAutofit/>
          </a:bodyPr>
          <a:lstStyle/>
          <a:p>
            <a:pPr rtl="0"/>
            <a:r>
              <a:rPr lang="pt-BR" spc="0"/>
              <a:t>Dominique Oliveira</a:t>
            </a:r>
          </a:p>
        </p:txBody>
      </p:sp>
      <p:sp>
        <p:nvSpPr>
          <p:cNvPr id="57" name="Espaço Reservado para Texto 56">
            <a:extLst>
              <a:ext uri="{FF2B5EF4-FFF2-40B4-BE49-F238E27FC236}">
                <a16:creationId xmlns:a16="http://schemas.microsoft.com/office/drawing/2014/main" id="{9023533B-4648-409F-B807-F3DC9EDFF2A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18477" y="5414833"/>
            <a:ext cx="2118414" cy="332113"/>
          </a:xfrm>
        </p:spPr>
        <p:txBody>
          <a:bodyPr rtlCol="0"/>
          <a:lstStyle/>
          <a:p>
            <a:pPr rtl="0"/>
            <a:r>
              <a:rPr lang="pt-BR"/>
              <a:t>VP de Produto</a:t>
            </a:r>
          </a:p>
        </p:txBody>
      </p:sp>
      <p:pic>
        <p:nvPicPr>
          <p:cNvPr id="83" name="Espaço Reservado para Imagem 82" descr="Foto de rosto do membro da equipe">
            <a:extLst>
              <a:ext uri="{FF2B5EF4-FFF2-40B4-BE49-F238E27FC236}">
                <a16:creationId xmlns:a16="http://schemas.microsoft.com/office/drawing/2014/main" id="{2E4A589E-786B-463B-8DF7-CA41DD0A204C}"/>
              </a:ext>
            </a:extLst>
          </p:cNvPr>
          <p:cNvPicPr>
            <a:picLocks noGrp="1" noChangeAspect="1"/>
          </p:cNvPicPr>
          <p:nvPr>
            <p:ph type="pic" sz="quarter" idx="42"/>
          </p:nvPr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22929" y="2319234"/>
            <a:ext cx="950588" cy="685062"/>
          </a:xfrm>
        </p:spPr>
      </p:pic>
      <p:sp>
        <p:nvSpPr>
          <p:cNvPr id="67" name="Espaço Reservado para Texto 66">
            <a:extLst>
              <a:ext uri="{FF2B5EF4-FFF2-40B4-BE49-F238E27FC236}">
                <a16:creationId xmlns:a16="http://schemas.microsoft.com/office/drawing/2014/main" id="{9664E4E5-3D93-4509-9139-0A14B33A161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839016" y="3263610"/>
            <a:ext cx="2118414" cy="332113"/>
          </a:xfrm>
        </p:spPr>
        <p:txBody>
          <a:bodyPr rtlCol="0"/>
          <a:lstStyle/>
          <a:p>
            <a:pPr rtl="0"/>
            <a:r>
              <a:rPr lang="pt-BR" spc="0"/>
              <a:t>Lara Cardoso​</a:t>
            </a:r>
          </a:p>
        </p:txBody>
      </p:sp>
      <p:sp>
        <p:nvSpPr>
          <p:cNvPr id="68" name="Espaço Reservado para Texto 67">
            <a:extLst>
              <a:ext uri="{FF2B5EF4-FFF2-40B4-BE49-F238E27FC236}">
                <a16:creationId xmlns:a16="http://schemas.microsoft.com/office/drawing/2014/main" id="{AD6F12FC-0EFA-4DAC-8AAF-5D91709926D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839016" y="3579845"/>
            <a:ext cx="2118414" cy="390545"/>
          </a:xfrm>
        </p:spPr>
        <p:txBody>
          <a:bodyPr rtlCol="0"/>
          <a:lstStyle/>
          <a:p>
            <a:pPr rtl="0"/>
            <a:r>
              <a:rPr lang="pt-BR"/>
              <a:t>Diretor Executivo</a:t>
            </a:r>
          </a:p>
        </p:txBody>
      </p:sp>
      <p:pic>
        <p:nvPicPr>
          <p:cNvPr id="91" name="Espaço Reservado para Imagem 90" descr="Foto de rosto do membro da equipe">
            <a:extLst>
              <a:ext uri="{FF2B5EF4-FFF2-40B4-BE49-F238E27FC236}">
                <a16:creationId xmlns:a16="http://schemas.microsoft.com/office/drawing/2014/main" id="{E341D00F-0175-4E15-8366-2378C6E2A44E}"/>
              </a:ext>
            </a:extLst>
          </p:cNvPr>
          <p:cNvPicPr>
            <a:picLocks noGrp="1" noChangeAspect="1"/>
          </p:cNvPicPr>
          <p:nvPr>
            <p:ph type="pic" sz="quarter" idx="43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22929" y="4146775"/>
            <a:ext cx="950588" cy="685062"/>
          </a:xfrm>
        </p:spPr>
      </p:pic>
      <p:sp>
        <p:nvSpPr>
          <p:cNvPr id="58" name="Espaço Reservado para Texto 57">
            <a:extLst>
              <a:ext uri="{FF2B5EF4-FFF2-40B4-BE49-F238E27FC236}">
                <a16:creationId xmlns:a16="http://schemas.microsoft.com/office/drawing/2014/main" id="{23299CC1-2C81-4E16-B7C6-F769B7F4A0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39016" y="5098599"/>
            <a:ext cx="2118414" cy="332113"/>
          </a:xfrm>
        </p:spPr>
        <p:txBody>
          <a:bodyPr rtlCol="0"/>
          <a:lstStyle/>
          <a:p>
            <a:pPr rtl="0"/>
            <a:r>
              <a:rPr lang="pt-BR" spc="0"/>
              <a:t>Mica Pereira</a:t>
            </a:r>
          </a:p>
        </p:txBody>
      </p:sp>
      <p:sp>
        <p:nvSpPr>
          <p:cNvPr id="59" name="Espaço Reservado para Texto 58">
            <a:extLst>
              <a:ext uri="{FF2B5EF4-FFF2-40B4-BE49-F238E27FC236}">
                <a16:creationId xmlns:a16="http://schemas.microsoft.com/office/drawing/2014/main" id="{D1C0274F-55C3-450B-A3E2-358BF26EF70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39016" y="5414833"/>
            <a:ext cx="2118414" cy="332113"/>
          </a:xfrm>
        </p:spPr>
        <p:txBody>
          <a:bodyPr rtlCol="0"/>
          <a:lstStyle/>
          <a:p>
            <a:pPr rtl="0"/>
            <a:r>
              <a:rPr lang="pt-BR"/>
              <a:t>Estrategista de SEO</a:t>
            </a:r>
          </a:p>
        </p:txBody>
      </p:sp>
      <p:pic>
        <p:nvPicPr>
          <p:cNvPr id="85" name="Espaço Reservado para Imagem 84" descr="Foto de rosto do membro da equipe">
            <a:extLst>
              <a:ext uri="{FF2B5EF4-FFF2-40B4-BE49-F238E27FC236}">
                <a16:creationId xmlns:a16="http://schemas.microsoft.com/office/drawing/2014/main" id="{2FE5C8ED-4313-4CE1-857E-8CC25262F270}"/>
              </a:ext>
            </a:extLst>
          </p:cNvPr>
          <p:cNvPicPr>
            <a:picLocks noGrp="1" noChangeAspect="1"/>
          </p:cNvPicPr>
          <p:nvPr>
            <p:ph type="pic" sz="quarter" idx="44"/>
          </p:nvPr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43713" y="2324100"/>
            <a:ext cx="950912" cy="684213"/>
          </a:xfrm>
        </p:spPr>
      </p:pic>
      <p:sp>
        <p:nvSpPr>
          <p:cNvPr id="69" name="Espaço Reservado para Texto 68">
            <a:extLst>
              <a:ext uri="{FF2B5EF4-FFF2-40B4-BE49-F238E27FC236}">
                <a16:creationId xmlns:a16="http://schemas.microsoft.com/office/drawing/2014/main" id="{FABD1D4E-FC09-4F2B-8F17-AF98A13983C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956657" y="3263900"/>
            <a:ext cx="2723438" cy="331788"/>
          </a:xfrm>
        </p:spPr>
        <p:txBody>
          <a:bodyPr rtlCol="0">
            <a:normAutofit/>
          </a:bodyPr>
          <a:lstStyle/>
          <a:p>
            <a:pPr rtl="0"/>
            <a:r>
              <a:rPr lang="pt-BR" spc="0"/>
              <a:t>Gabrielle Gonçalves​</a:t>
            </a:r>
          </a:p>
        </p:txBody>
      </p:sp>
      <p:sp>
        <p:nvSpPr>
          <p:cNvPr id="70" name="Espaço Reservado para Texto 69">
            <a:extLst>
              <a:ext uri="{FF2B5EF4-FFF2-40B4-BE49-F238E27FC236}">
                <a16:creationId xmlns:a16="http://schemas.microsoft.com/office/drawing/2014/main" id="{1F18C732-8166-490B-88AF-7DAC259EC73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59513" y="3579813"/>
            <a:ext cx="2117725" cy="390525"/>
          </a:xfrm>
        </p:spPr>
        <p:txBody>
          <a:bodyPr rtlCol="0"/>
          <a:lstStyle/>
          <a:p>
            <a:pPr rtl="0"/>
            <a:r>
              <a:rPr lang="pt-BR"/>
              <a:t>Diretor de Operações</a:t>
            </a:r>
          </a:p>
        </p:txBody>
      </p:sp>
      <p:pic>
        <p:nvPicPr>
          <p:cNvPr id="93" name="Espaço Reservado para Imagem 92" descr="Foto de rosto do membro da equipe">
            <a:extLst>
              <a:ext uri="{FF2B5EF4-FFF2-40B4-BE49-F238E27FC236}">
                <a16:creationId xmlns:a16="http://schemas.microsoft.com/office/drawing/2014/main" id="{3AF30DC1-21C9-47E9-AF2B-F8B3F91D0EE3}"/>
              </a:ext>
            </a:extLst>
          </p:cNvPr>
          <p:cNvPicPr>
            <a:picLocks noGrp="1" noChangeAspect="1"/>
          </p:cNvPicPr>
          <p:nvPr>
            <p:ph type="pic" sz="quarter" idx="45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43468" y="4151485"/>
            <a:ext cx="950588" cy="685062"/>
          </a:xfrm>
        </p:spPr>
      </p:pic>
      <p:sp>
        <p:nvSpPr>
          <p:cNvPr id="60" name="Espaço Reservado para Texto 59">
            <a:extLst>
              <a:ext uri="{FF2B5EF4-FFF2-40B4-BE49-F238E27FC236}">
                <a16:creationId xmlns:a16="http://schemas.microsoft.com/office/drawing/2014/main" id="{8FD47014-75C6-4E93-9095-F9CF10EFC23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59555" y="5098599"/>
            <a:ext cx="2118414" cy="332113"/>
          </a:xfrm>
        </p:spPr>
        <p:txBody>
          <a:bodyPr rtlCol="0"/>
          <a:lstStyle/>
          <a:p>
            <a:pPr rtl="0"/>
            <a:r>
              <a:rPr lang="pt-BR" spc="0"/>
              <a:t>Cris Barros</a:t>
            </a:r>
          </a:p>
        </p:txBody>
      </p:sp>
      <p:sp>
        <p:nvSpPr>
          <p:cNvPr id="61" name="Espaço Reservado para Texto 60">
            <a:extLst>
              <a:ext uri="{FF2B5EF4-FFF2-40B4-BE49-F238E27FC236}">
                <a16:creationId xmlns:a16="http://schemas.microsoft.com/office/drawing/2014/main" id="{A73BE76A-5836-42C2-998C-C831661CB6E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59555" y="5414833"/>
            <a:ext cx="2118414" cy="332113"/>
          </a:xfrm>
        </p:spPr>
        <p:txBody>
          <a:bodyPr rtlCol="0"/>
          <a:lstStyle/>
          <a:p>
            <a:pPr rtl="0"/>
            <a:r>
              <a:rPr lang="pt-BR"/>
              <a:t>Designer do Produto</a:t>
            </a:r>
          </a:p>
        </p:txBody>
      </p:sp>
      <p:pic>
        <p:nvPicPr>
          <p:cNvPr id="87" name="Espaço Reservado para Imagem 86" descr="Foto de rosto do membro da equipe">
            <a:extLst>
              <a:ext uri="{FF2B5EF4-FFF2-40B4-BE49-F238E27FC236}">
                <a16:creationId xmlns:a16="http://schemas.microsoft.com/office/drawing/2014/main" id="{0FF1B6AC-EE81-4A4B-B19E-BDB3DDFC337F}"/>
              </a:ext>
            </a:extLst>
          </p:cNvPr>
          <p:cNvPicPr>
            <a:picLocks noGrp="1" noChangeAspect="1"/>
          </p:cNvPicPr>
          <p:nvPr>
            <p:ph type="pic" sz="quarter" idx="46"/>
          </p:nvPr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4007" y="2315923"/>
            <a:ext cx="950588" cy="685062"/>
          </a:xfrm>
        </p:spPr>
      </p:pic>
      <p:sp>
        <p:nvSpPr>
          <p:cNvPr id="71" name="Espaço Reservado para Texto 70">
            <a:extLst>
              <a:ext uri="{FF2B5EF4-FFF2-40B4-BE49-F238E27FC236}">
                <a16:creationId xmlns:a16="http://schemas.microsoft.com/office/drawing/2014/main" id="{A8E83FE3-9E7E-4BCA-A0EC-6584A53C52AC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315303" y="3263610"/>
            <a:ext cx="2847998" cy="332113"/>
          </a:xfrm>
        </p:spPr>
        <p:txBody>
          <a:bodyPr rtlCol="0">
            <a:normAutofit/>
          </a:bodyPr>
          <a:lstStyle/>
          <a:p>
            <a:pPr rtl="0"/>
            <a:r>
              <a:rPr lang="pt-BR" spc="0"/>
              <a:t>Henrique Castro​</a:t>
            </a:r>
          </a:p>
        </p:txBody>
      </p:sp>
      <p:sp>
        <p:nvSpPr>
          <p:cNvPr id="72" name="Espaço Reservado para Texto 71">
            <a:extLst>
              <a:ext uri="{FF2B5EF4-FFF2-40B4-BE49-F238E27FC236}">
                <a16:creationId xmlns:a16="http://schemas.microsoft.com/office/drawing/2014/main" id="{6D022823-DA88-4000-AF5C-DD9D86AAB18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680094" y="3579845"/>
            <a:ext cx="2118415" cy="390545"/>
          </a:xfrm>
        </p:spPr>
        <p:txBody>
          <a:bodyPr rtlCol="0"/>
          <a:lstStyle/>
          <a:p>
            <a:pPr rtl="0"/>
            <a:r>
              <a:rPr lang="pt-BR"/>
              <a:t>VP de Marketing</a:t>
            </a:r>
          </a:p>
        </p:txBody>
      </p:sp>
      <p:pic>
        <p:nvPicPr>
          <p:cNvPr id="95" name="Espaço Reservado para Imagem 94" descr="Foto de rosto do membro da equipe">
            <a:extLst>
              <a:ext uri="{FF2B5EF4-FFF2-40B4-BE49-F238E27FC236}">
                <a16:creationId xmlns:a16="http://schemas.microsoft.com/office/drawing/2014/main" id="{37ED6110-7F2F-4387-B985-9EA6F99A6873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4007" y="4143464"/>
            <a:ext cx="950588" cy="685062"/>
          </a:xfrm>
        </p:spPr>
      </p:pic>
      <p:sp>
        <p:nvSpPr>
          <p:cNvPr id="62" name="Espaço Reservado para Texto 61">
            <a:extLst>
              <a:ext uri="{FF2B5EF4-FFF2-40B4-BE49-F238E27FC236}">
                <a16:creationId xmlns:a16="http://schemas.microsoft.com/office/drawing/2014/main" id="{7A0D945A-0CB5-4BDE-87F3-2853FB792A0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680094" y="5098599"/>
            <a:ext cx="2118415" cy="332113"/>
          </a:xfrm>
        </p:spPr>
        <p:txBody>
          <a:bodyPr rtlCol="0"/>
          <a:lstStyle/>
          <a:p>
            <a:pPr rtl="0"/>
            <a:r>
              <a:rPr lang="pt-BR" spc="0"/>
              <a:t>Álvaro Almaraz</a:t>
            </a:r>
          </a:p>
        </p:txBody>
      </p:sp>
      <p:sp>
        <p:nvSpPr>
          <p:cNvPr id="63" name="Espaço Reservado para Texto 62">
            <a:extLst>
              <a:ext uri="{FF2B5EF4-FFF2-40B4-BE49-F238E27FC236}">
                <a16:creationId xmlns:a16="http://schemas.microsoft.com/office/drawing/2014/main" id="{E6D9BF16-DF26-45DE-95BD-89F3AC75075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80094" y="5414833"/>
            <a:ext cx="2118415" cy="332113"/>
          </a:xfrm>
        </p:spPr>
        <p:txBody>
          <a:bodyPr rtlCol="0">
            <a:normAutofit fontScale="85000" lnSpcReduction="10000"/>
          </a:bodyPr>
          <a:lstStyle/>
          <a:p>
            <a:pPr rtl="0"/>
            <a:r>
              <a:rPr lang="pt-BR"/>
              <a:t>Desenvolvedor de Conteúdo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3333151-11E7-4418-96AB-ED268A7DD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/>
              <a:t>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A6E126F8-D496-4E7C-A098-9020927A0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A402E4C0-AD5E-4E8C-9F21-7CCE474BDCEB}" type="slidenum">
              <a:rPr lang="pt-BR" smtClean="0"/>
              <a:pPr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1451743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Espaço Reservado para Imagem 107" descr="Uma mulher com óculos de realidade virtual no rosto&#10;">
            <a:extLst>
              <a:ext uri="{FF2B5EF4-FFF2-40B4-BE49-F238E27FC236}">
                <a16:creationId xmlns:a16="http://schemas.microsoft.com/office/drawing/2014/main" id="{FAFD635F-714B-4EE8-9D07-0B32545C6D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5012530" y="0"/>
            <a:ext cx="7196138" cy="6867376"/>
          </a:xfrm>
        </p:spPr>
      </p:pic>
      <p:sp>
        <p:nvSpPr>
          <p:cNvPr id="20" name="Título 19">
            <a:extLst>
              <a:ext uri="{FF2B5EF4-FFF2-40B4-BE49-F238E27FC236}">
                <a16:creationId xmlns:a16="http://schemas.microsoft.com/office/drawing/2014/main" id="{2E468DC9-F7EA-4DDD-A3C6-7FED01F0A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1672143"/>
            <a:ext cx="6019802" cy="3513714"/>
          </a:xfrm>
        </p:spPr>
        <p:txBody>
          <a:bodyPr rtlCol="0"/>
          <a:lstStyle/>
          <a:p>
            <a:pPr rtl="0"/>
            <a:r>
              <a:rPr lang="pt-BR"/>
              <a:t>Sobre nós</a:t>
            </a:r>
          </a:p>
        </p:txBody>
      </p:sp>
      <p:sp>
        <p:nvSpPr>
          <p:cNvPr id="30" name="Espaço Reservado para Texto 29">
            <a:extLst>
              <a:ext uri="{FF2B5EF4-FFF2-40B4-BE49-F238E27FC236}">
                <a16:creationId xmlns:a16="http://schemas.microsoft.com/office/drawing/2014/main" id="{E1840D15-B3C7-4446-9131-8F222F601B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4575" y="3007594"/>
            <a:ext cx="4850550" cy="1731145"/>
          </a:xfrm>
        </p:spPr>
        <p:txBody>
          <a:bodyPr rtlCol="0">
            <a:normAutofit fontScale="92500" lnSpcReduction="10000"/>
          </a:bodyPr>
          <a:lstStyle/>
          <a:p>
            <a:pPr rtl="0"/>
            <a:r>
              <a:rPr lang="pt-BR"/>
              <a:t>Na Contoso, capacitamos as empresas a promoverem o pensamento colaborativo para impulsionar ainda mais a inovação no local de trabalho. Ao fechar o ciclo de gerenciamento de tarefas e usar a tecnologia mais recente, ajudamos as empresas a crescerem e cultivarem uma mentalidade com prioridade no consumidor.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135B157-1771-47C0-A2ED-DBE01811C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06774A57-DC9F-44C5-B707-3B57BDBE4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A402E4C0-AD5E-4E8C-9F21-7CCE474BDCEB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377105"/>
      </p:ext>
    </p:extLst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ítulo 110">
            <a:extLst>
              <a:ext uri="{FF2B5EF4-FFF2-40B4-BE49-F238E27FC236}">
                <a16:creationId xmlns:a16="http://schemas.microsoft.com/office/drawing/2014/main" id="{CC9F3600-2711-4A49-8018-C4671B561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Visão Geral do Produto</a:t>
            </a:r>
          </a:p>
        </p:txBody>
      </p:sp>
      <p:pic>
        <p:nvPicPr>
          <p:cNvPr id="74" name="Espaço Reservado para Imagem 73" descr="Esboço da caixa">
            <a:extLst>
              <a:ext uri="{FF2B5EF4-FFF2-40B4-BE49-F238E27FC236}">
                <a16:creationId xmlns:a16="http://schemas.microsoft.com/office/drawing/2014/main" id="{96133EF6-E5B3-48D4-B125-3DB8418D5651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510614" y="2847098"/>
            <a:ext cx="603504" cy="603504"/>
          </a:xfrm>
        </p:spPr>
      </p:pic>
      <p:sp>
        <p:nvSpPr>
          <p:cNvPr id="21" name="Espaço Reservado para Texto 20">
            <a:extLst>
              <a:ext uri="{FF2B5EF4-FFF2-40B4-BE49-F238E27FC236}">
                <a16:creationId xmlns:a16="http://schemas.microsoft.com/office/drawing/2014/main" id="{805BF1CD-2EC6-44F4-8AD8-25D9BD488B7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0484" y="3639417"/>
            <a:ext cx="2383764" cy="365125"/>
          </a:xfrm>
        </p:spPr>
        <p:txBody>
          <a:bodyPr rtlCol="0">
            <a:normAutofit/>
          </a:bodyPr>
          <a:lstStyle/>
          <a:p>
            <a:pPr rtl="0"/>
            <a:r>
              <a:rPr lang="pt-BR"/>
              <a:t>Exclusivo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842BC471-A2E1-4473-9B5A-6D7A21B6A88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484" y="3965866"/>
            <a:ext cx="2383764" cy="1126085"/>
          </a:xfrm>
        </p:spPr>
        <p:txBody>
          <a:bodyPr rtlCol="0"/>
          <a:lstStyle/>
          <a:p>
            <a:pPr rtl="0"/>
            <a:r>
              <a:rPr lang="pt-BR"/>
              <a:t>Único produto especificamente dedicado ao gerenciamento de tarefas</a:t>
            </a:r>
          </a:p>
        </p:txBody>
      </p:sp>
      <p:pic>
        <p:nvPicPr>
          <p:cNvPr id="75" name="Espaço Reservado para Imagem 74" descr="Estrutura de tópicos da Store">
            <a:extLst>
              <a:ext uri="{FF2B5EF4-FFF2-40B4-BE49-F238E27FC236}">
                <a16:creationId xmlns:a16="http://schemas.microsoft.com/office/drawing/2014/main" id="{5B57A567-220C-4397-939E-6693826CCA7A}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369110" y="2847098"/>
            <a:ext cx="603504" cy="603504"/>
          </a:xfrm>
        </p:spPr>
      </p:pic>
      <p:sp>
        <p:nvSpPr>
          <p:cNvPr id="23" name="Espaço Reservado para Texto 22">
            <a:extLst>
              <a:ext uri="{FF2B5EF4-FFF2-40B4-BE49-F238E27FC236}">
                <a16:creationId xmlns:a16="http://schemas.microsoft.com/office/drawing/2014/main" id="{5DF31FE0-F56B-494E-A42E-D2A3B4A5BE0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102850" y="3639417"/>
            <a:ext cx="3136026" cy="603504"/>
          </a:xfrm>
        </p:spPr>
        <p:txBody>
          <a:bodyPr rtlCol="0">
            <a:normAutofit/>
          </a:bodyPr>
          <a:lstStyle/>
          <a:p>
            <a:pPr rtl="0"/>
            <a:r>
              <a:rPr lang="pt-BR"/>
              <a:t>Primeiro no mercado</a:t>
            </a:r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7D1AD01D-1F03-4995-A821-FA842C4F9E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8982" y="4173550"/>
            <a:ext cx="2383764" cy="1126085"/>
          </a:xfrm>
        </p:spPr>
        <p:txBody>
          <a:bodyPr rtlCol="0">
            <a:normAutofit/>
          </a:bodyPr>
          <a:lstStyle/>
          <a:p>
            <a:pPr rtl="0"/>
            <a:r>
              <a:rPr lang="pt-BR"/>
              <a:t>O primeiro produto com design bonito, ao mesmo tempo elegante e funcional</a:t>
            </a:r>
          </a:p>
        </p:txBody>
      </p:sp>
      <p:pic>
        <p:nvPicPr>
          <p:cNvPr id="76" name="Espaço Reservado para Imagem 75" descr="Esboço parcialmente cruzado da área de transferência">
            <a:extLst>
              <a:ext uri="{FF2B5EF4-FFF2-40B4-BE49-F238E27FC236}">
                <a16:creationId xmlns:a16="http://schemas.microsoft.com/office/drawing/2014/main" id="{0FA7962C-3AAE-40F0-8FDE-2ADF2BAC0318}"/>
              </a:ext>
            </a:extLst>
          </p:cNvPr>
          <p:cNvPicPr>
            <a:picLocks noGrp="1" noChangeAspect="1"/>
          </p:cNvPicPr>
          <p:nvPr>
            <p:ph type="pic" sz="quarter" idx="34"/>
          </p:nvPr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227608" y="2847098"/>
            <a:ext cx="603504" cy="603504"/>
          </a:xfrm>
        </p:spPr>
      </p:pic>
      <p:sp>
        <p:nvSpPr>
          <p:cNvPr id="24" name="Espaço Reservado para Texto 23">
            <a:extLst>
              <a:ext uri="{FF2B5EF4-FFF2-40B4-BE49-F238E27FC236}">
                <a16:creationId xmlns:a16="http://schemas.microsoft.com/office/drawing/2014/main" id="{F59958C6-2B49-4E50-8050-97C6B6679AC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337478" y="3639417"/>
            <a:ext cx="2383765" cy="365125"/>
          </a:xfrm>
        </p:spPr>
        <p:txBody>
          <a:bodyPr rtlCol="0">
            <a:normAutofit/>
          </a:bodyPr>
          <a:lstStyle/>
          <a:p>
            <a:pPr rtl="0"/>
            <a:r>
              <a:rPr lang="pt-BR"/>
              <a:t>Testado</a:t>
            </a:r>
          </a:p>
        </p:txBody>
      </p:sp>
      <p:sp>
        <p:nvSpPr>
          <p:cNvPr id="19" name="Espaço Reservado para Texto 18">
            <a:extLst>
              <a:ext uri="{FF2B5EF4-FFF2-40B4-BE49-F238E27FC236}">
                <a16:creationId xmlns:a16="http://schemas.microsoft.com/office/drawing/2014/main" id="{A301F0BB-3AE1-4877-8F78-D7F5AE48F81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37478" y="3953422"/>
            <a:ext cx="2383765" cy="1126085"/>
          </a:xfrm>
        </p:spPr>
        <p:txBody>
          <a:bodyPr rtlCol="0">
            <a:normAutofit/>
          </a:bodyPr>
          <a:lstStyle/>
          <a:p>
            <a:pPr rtl="0"/>
            <a:r>
              <a:rPr lang="pt-BR"/>
              <a:t>Realizou testes com start-ups na área</a:t>
            </a:r>
          </a:p>
        </p:txBody>
      </p:sp>
      <p:pic>
        <p:nvPicPr>
          <p:cNvPr id="77" name="Espaço Reservado para Imagem 76" descr="Estrutura de tópicos de perguntas">
            <a:extLst>
              <a:ext uri="{FF2B5EF4-FFF2-40B4-BE49-F238E27FC236}">
                <a16:creationId xmlns:a16="http://schemas.microsoft.com/office/drawing/2014/main" id="{D1E6E4D0-906D-4B29-A5A3-EDBA9E13B7A7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0078575" y="2847098"/>
            <a:ext cx="603504" cy="603504"/>
          </a:xfrm>
        </p:spPr>
      </p:pic>
      <p:sp>
        <p:nvSpPr>
          <p:cNvPr id="25" name="Espaço Reservado para Texto 24">
            <a:extLst>
              <a:ext uri="{FF2B5EF4-FFF2-40B4-BE49-F238E27FC236}">
                <a16:creationId xmlns:a16="http://schemas.microsoft.com/office/drawing/2014/main" id="{BAE2F608-914C-4C3C-93D9-10B4F89F1DF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188445" y="3639417"/>
            <a:ext cx="2383765" cy="365125"/>
          </a:xfrm>
        </p:spPr>
        <p:txBody>
          <a:bodyPr rtlCol="0">
            <a:normAutofit/>
          </a:bodyPr>
          <a:lstStyle/>
          <a:p>
            <a:pPr rtl="0"/>
            <a:r>
              <a:rPr lang="pt-BR"/>
              <a:t>Autêntico</a:t>
            </a:r>
          </a:p>
        </p:txBody>
      </p:sp>
      <p:sp>
        <p:nvSpPr>
          <p:cNvPr id="20" name="Espaço Reservado para Texto 19">
            <a:extLst>
              <a:ext uri="{FF2B5EF4-FFF2-40B4-BE49-F238E27FC236}">
                <a16:creationId xmlns:a16="http://schemas.microsoft.com/office/drawing/2014/main" id="{5F481192-C246-4A6A-8D3F-9EBF56786C1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330655" y="3953422"/>
            <a:ext cx="2099346" cy="1126085"/>
          </a:xfrm>
        </p:spPr>
        <p:txBody>
          <a:bodyPr rtlCol="0"/>
          <a:lstStyle/>
          <a:p>
            <a:pPr rtl="0"/>
            <a:r>
              <a:rPr lang="pt-BR"/>
              <a:t>Projetado com a ajuda e a contribuição de especialistas em software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5399F43-FDE4-4DE9-BE60-4A31652CD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/>
              <a:t>APRESENTAÇÃO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7DD08226-4335-4EA1-9B2D-CDE1FBD8D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A402E4C0-AD5E-4E8C-9F21-7CCE474BDCEB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8828155"/>
      </p:ext>
    </p:extLst>
  </p:cSld>
  <p:clrMapOvr>
    <a:masterClrMapping/>
  </p:clrMapOvr>
</p:sld>
</file>

<file path=ppt/slides/slide6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Espaço Reservado para Imagem 20" descr="Uma mulher com óculos de realidade virtual no rosto&#10;">
            <a:extLst>
              <a:ext uri="{FF2B5EF4-FFF2-40B4-BE49-F238E27FC236}">
                <a16:creationId xmlns:a16="http://schemas.microsoft.com/office/drawing/2014/main" id="{5BEA2E31-956A-45E8-9E93-6C81A659BCB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2570" y="729926"/>
            <a:ext cx="6456836" cy="5388772"/>
          </a:xfrm>
        </p:spPr>
      </p:pic>
      <p:sp>
        <p:nvSpPr>
          <p:cNvPr id="18" name="Título 17">
            <a:extLst>
              <a:ext uri="{FF2B5EF4-FFF2-40B4-BE49-F238E27FC236}">
                <a16:creationId xmlns:a16="http://schemas.microsoft.com/office/drawing/2014/main" id="{17062936-5CF9-46DE-8DD5-5C63AAD75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spc="0"/>
              <a:t>Benefícios do produto</a:t>
            </a:r>
          </a:p>
        </p:txBody>
      </p:sp>
      <p:sp>
        <p:nvSpPr>
          <p:cNvPr id="57" name="Espaço Reservado para Texto 56">
            <a:extLst>
              <a:ext uri="{FF2B5EF4-FFF2-40B4-BE49-F238E27FC236}">
                <a16:creationId xmlns:a16="http://schemas.microsoft.com/office/drawing/2014/main" id="{157DA62F-DBB5-42B6-A283-774219082B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79405" y="3201410"/>
            <a:ext cx="4614604" cy="1291638"/>
          </a:xfrm>
        </p:spPr>
        <p:txBody>
          <a:bodyPr rtlCol="0"/>
          <a:lstStyle/>
          <a:p>
            <a:pPr rtl="0"/>
            <a:r>
              <a:rPr lang="pt-BR"/>
              <a:t>Simples e eficiente de usar</a:t>
            </a:r>
          </a:p>
          <a:p>
            <a:pPr rtl="0"/>
            <a:r>
              <a:rPr lang="pt-BR"/>
              <a:t>Assistência rápida ao atendimento ao cliente</a:t>
            </a:r>
          </a:p>
          <a:p>
            <a:pPr rtl="0"/>
            <a:r>
              <a:rPr lang="pt-BR"/>
              <a:t>Avaliação gratuita de 90 dias para novos clientes​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F0CA845-7827-4721-AEC5-78977CC38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/>
              <a:t>APRESENTAÇÃO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06B27C9-FAA1-490A-8DE2-9BAA5B177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A402E4C0-AD5E-4E8C-9F21-7CCE474BDCEB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4899755"/>
      </p:ext>
    </p:extLst>
  </p:cSld>
  <p:clrMapOvr>
    <a:masterClrMapping/>
  </p:clrMapOvr>
</p:sld>
</file>

<file path=ppt/slides/slide7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Espaço Reservado para Imagem 26" descr="A mão robótica e a mão humana quase se tocam com os dedos do ponteiro">
            <a:extLst>
              <a:ext uri="{FF2B5EF4-FFF2-40B4-BE49-F238E27FC236}">
                <a16:creationId xmlns:a16="http://schemas.microsoft.com/office/drawing/2014/main" id="{99832064-71DC-4D4A-BF64-B140BE0DBC6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858000"/>
          </a:xfr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7A8DDD42-D29D-4ECB-A465-13EFA049E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Visão geral da empresa</a:t>
            </a:r>
          </a:p>
        </p:txBody>
      </p:sp>
    </p:spTree>
    <p:extLst>
      <p:ext uri="{BB962C8B-B14F-4D97-AF65-F5344CB8AC3E}">
        <p14:creationId xmlns:p14="http://schemas.microsoft.com/office/powerpoint/2010/main" val="2093948892"/>
      </p:ext>
    </p:extLst>
  </p:cSld>
  <p:clrMapOvr>
    <a:masterClrMapping/>
  </p:clrMapOvr>
</p:sld>
</file>

<file path=ppt/slides/slide10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Espaço Reservado para Imagem 332" descr="Uma mulher com óculos de realidade virtual no rosto&#10;">
            <a:extLst>
              <a:ext uri="{FF2B5EF4-FFF2-40B4-BE49-F238E27FC236}">
                <a16:creationId xmlns:a16="http://schemas.microsoft.com/office/drawing/2014/main" id="{FD4B28D9-9B79-4001-A067-E63416BC8F0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5334461" cy="6867376"/>
          </a:xfrm>
        </p:spPr>
      </p:pic>
      <p:sp>
        <p:nvSpPr>
          <p:cNvPr id="23" name="Espaço Reservado para Texto 22">
            <a:extLst>
              <a:ext uri="{FF2B5EF4-FFF2-40B4-BE49-F238E27FC236}">
                <a16:creationId xmlns:a16="http://schemas.microsoft.com/office/drawing/2014/main" id="{B2BFF67E-8392-4EB4-955D-C2398929F2F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171" name="Espaço Reservado para Rodapé 170">
            <a:extLst>
              <a:ext uri="{FF2B5EF4-FFF2-40B4-BE49-F238E27FC236}">
                <a16:creationId xmlns:a16="http://schemas.microsoft.com/office/drawing/2014/main" id="{FDE9816E-A3F9-4549-81DC-88BE9CBAA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/>
              <a:t>APRESENTAÇÃO</a:t>
            </a:r>
          </a:p>
        </p:txBody>
      </p:sp>
      <p:sp>
        <p:nvSpPr>
          <p:cNvPr id="172" name="Espaço Reservado para o Número do Slide 171">
            <a:extLst>
              <a:ext uri="{FF2B5EF4-FFF2-40B4-BE49-F238E27FC236}">
                <a16:creationId xmlns:a16="http://schemas.microsoft.com/office/drawing/2014/main" id="{2576CD69-64FC-4255-8218-68471660C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A402E4C0-AD5E-4E8C-9F21-7CCE474BDCEB}" type="slidenum">
              <a:rPr lang="pt-BR" smtClean="0"/>
              <a:pPr/>
              <a:t>10</a:t>
            </a:fld>
            <a:endParaRPr lang="pt-BR"/>
          </a:p>
        </p:txBody>
      </p:sp>
      <p:sp>
        <p:nvSpPr>
          <p:cNvPr id="24" name="Espaço Reservado para Texto 23">
            <a:extLst>
              <a:ext uri="{FF2B5EF4-FFF2-40B4-BE49-F238E27FC236}">
                <a16:creationId xmlns:a16="http://schemas.microsoft.com/office/drawing/2014/main" id="{7D7968E9-F35F-467A-AB25-FA51494F3B6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1" name="Espaço Reservado para Texto 40">
            <a:extLst>
              <a:ext uri="{FF2B5EF4-FFF2-40B4-BE49-F238E27FC236}">
                <a16:creationId xmlns:a16="http://schemas.microsoft.com/office/drawing/2014/main" id="{AB1F0844-6AE3-4B7A-B203-EFD1F867441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17970" y="1609772"/>
            <a:ext cx="3365003" cy="1171533"/>
          </a:xfrm>
        </p:spPr>
        <p:txBody>
          <a:bodyPr rtlCol="0">
            <a:normAutofit/>
          </a:bodyPr>
          <a:lstStyle/>
          <a:p>
            <a:pPr rtl="0"/>
            <a:r>
              <a:rPr lang="pt-BR"/>
              <a:t>Oportunidade de criar</a:t>
            </a:r>
          </a:p>
          <a:p>
            <a:pPr rtl="0"/>
            <a:r>
              <a:rPr lang="pt-BR"/>
              <a:t>Mercado totalmente inclusivo</a:t>
            </a:r>
          </a:p>
          <a:p>
            <a:pPr rtl="0"/>
            <a:r>
              <a:rPr lang="pt-BR"/>
              <a:t>Mercado totalmente endereçável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D64EE55A-A02F-4EE4-83F2-B097394D38E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84AAE549-3A78-4243-8999-CEED726047F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817970" y="3129515"/>
            <a:ext cx="3365003" cy="1170432"/>
          </a:xfrm>
        </p:spPr>
        <p:txBody>
          <a:bodyPr rtlCol="0">
            <a:noAutofit/>
          </a:bodyPr>
          <a:lstStyle/>
          <a:p>
            <a:pPr rtl="0"/>
            <a:r>
              <a:rPr lang="pt-BR"/>
              <a:t>Liberdade de criação</a:t>
            </a:r>
          </a:p>
          <a:p>
            <a:pPr rtl="0"/>
            <a:r>
              <a:rPr lang="pt-BR"/>
              <a:t>Mercado seletivamente inclusivo</a:t>
            </a:r>
          </a:p>
          <a:p>
            <a:pPr rtl="0"/>
            <a:r>
              <a:rPr lang="pt-BR"/>
              <a:t>Mercado disponível para operações</a:t>
            </a:r>
          </a:p>
          <a:p>
            <a:pPr rtl="0"/>
            <a:r>
              <a:rPr lang="pt-BR"/>
              <a:t>​</a:t>
            </a:r>
          </a:p>
        </p:txBody>
      </p:sp>
      <p:sp>
        <p:nvSpPr>
          <p:cNvPr id="40" name="Espaço Reservado para Texto 39">
            <a:extLst>
              <a:ext uri="{FF2B5EF4-FFF2-40B4-BE49-F238E27FC236}">
                <a16:creationId xmlns:a16="http://schemas.microsoft.com/office/drawing/2014/main" id="{FA396DB9-CA31-422D-91CF-362B933EE03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817970" y="4648156"/>
            <a:ext cx="3365003" cy="1170432"/>
          </a:xfrm>
        </p:spPr>
        <p:txBody>
          <a:bodyPr rtlCol="0">
            <a:noAutofit/>
          </a:bodyPr>
          <a:lstStyle/>
          <a:p>
            <a:pPr rtl="0"/>
            <a:r>
              <a:rPr lang="pt-BR"/>
              <a:t>Poucos concorrentes</a:t>
            </a:r>
          </a:p>
          <a:p>
            <a:pPr rtl="0"/>
            <a:r>
              <a:rPr lang="pt-BR"/>
              <a:t>Mercado especificamente direcionado</a:t>
            </a:r>
          </a:p>
          <a:p>
            <a:pPr rtl="0"/>
            <a:r>
              <a:rPr lang="pt-BR"/>
              <a:t>Mercado obtido para operações</a:t>
            </a:r>
          </a:p>
          <a:p>
            <a:pPr rtl="0"/>
            <a:r>
              <a:rPr lang="pt-BR"/>
              <a:t>​</a:t>
            </a:r>
          </a:p>
        </p:txBody>
      </p:sp>
      <p:sp>
        <p:nvSpPr>
          <p:cNvPr id="47" name="Título 46">
            <a:extLst>
              <a:ext uri="{FF2B5EF4-FFF2-40B4-BE49-F238E27FC236}">
                <a16:creationId xmlns:a16="http://schemas.microsoft.com/office/drawing/2014/main" id="{B8AD9710-779D-4FA0-81DF-0F195591C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7016" y="495735"/>
            <a:ext cx="5184648" cy="968136"/>
          </a:xfrm>
        </p:spPr>
        <p:txBody>
          <a:bodyPr rtlCol="0"/>
          <a:lstStyle/>
          <a:p>
            <a:pPr rtl="0"/>
            <a:r>
              <a:rPr lang="pt-BR"/>
              <a:t>Comparação de Mercado</a:t>
            </a:r>
          </a:p>
        </p:txBody>
      </p:sp>
    </p:spTree>
    <p:extLst>
      <p:ext uri="{BB962C8B-B14F-4D97-AF65-F5344CB8AC3E}">
        <p14:creationId xmlns:p14="http://schemas.microsoft.com/office/powerpoint/2010/main" val="1057146124"/>
      </p:ext>
    </p:extLst>
  </p:cSld>
  <p:clrMapOvr>
    <a:masterClrMapping/>
  </p:clrMapOvr>
</p:sld>
</file>

<file path=ppt/slides/slide1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>
            <a:extLst>
              <a:ext uri="{FF2B5EF4-FFF2-40B4-BE49-F238E27FC236}">
                <a16:creationId xmlns:a16="http://schemas.microsoft.com/office/drawing/2014/main" id="{1A351523-BE9E-4047-8916-20F1F4A9F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6031" y="1649421"/>
            <a:ext cx="7786243" cy="466344"/>
          </a:xfrm>
        </p:spPr>
        <p:txBody>
          <a:bodyPr rtlCol="0"/>
          <a:lstStyle/>
          <a:p>
            <a:pPr rtl="0"/>
            <a:r>
              <a:rPr lang="pt-BR" sz="2800" i="0" u="none" strike="noStrike" kern="1200" cap="all" spc="400" normalizeH="0">
                <a:ln w="19050">
                  <a:solidFill>
                    <a:schemeClr val="accent6"/>
                  </a:solidFill>
                </a:ln>
                <a:noFill/>
                <a:effectLst/>
                <a:uLnTx/>
                <a:uFillTx/>
                <a:ea typeface="+mn-ea"/>
              </a:rPr>
              <a:t>Nossa concorrência</a:t>
            </a:r>
            <a:endParaRPr lang="pt-BR"/>
          </a:p>
        </p:txBody>
      </p:sp>
      <p:pic>
        <p:nvPicPr>
          <p:cNvPr id="65" name="Espaço Reservado para Imagem 64" descr="Mão robótica e mão humana quase se tocando com os dedos do ponteiro">
            <a:extLst>
              <a:ext uri="{FF2B5EF4-FFF2-40B4-BE49-F238E27FC236}">
                <a16:creationId xmlns:a16="http://schemas.microsoft.com/office/drawing/2014/main" id="{B600DB70-7F2F-494E-82AC-37DB9BB59802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H="1">
            <a:off x="-2092961" y="2092960"/>
            <a:ext cx="6858002" cy="2672081"/>
          </a:xfrm>
        </p:spPr>
      </p:pic>
      <p:sp>
        <p:nvSpPr>
          <p:cNvPr id="60" name="Espaço Reservado para Texto 59">
            <a:extLst>
              <a:ext uri="{FF2B5EF4-FFF2-40B4-BE49-F238E27FC236}">
                <a16:creationId xmlns:a16="http://schemas.microsoft.com/office/drawing/2014/main" id="{999D91A5-2E97-401C-8485-4C6A03228C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11826" y="2502477"/>
            <a:ext cx="3975054" cy="426393"/>
          </a:xfrm>
        </p:spPr>
        <p:txBody>
          <a:bodyPr rtlCol="0"/>
          <a:lstStyle/>
          <a:p>
            <a:pPr rtl="0"/>
            <a:r>
              <a:rPr lang="pt-BR"/>
              <a:t>Contoso​</a:t>
            </a:r>
          </a:p>
        </p:txBody>
      </p:sp>
      <p:sp>
        <p:nvSpPr>
          <p:cNvPr id="62" name="Espaço Reservado para Texto 61">
            <a:extLst>
              <a:ext uri="{FF2B5EF4-FFF2-40B4-BE49-F238E27FC236}">
                <a16:creationId xmlns:a16="http://schemas.microsoft.com/office/drawing/2014/main" id="{A7D48779-F2E1-4699-AD47-17420A5B31B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78746" y="2502477"/>
            <a:ext cx="3695653" cy="426393"/>
          </a:xfrm>
        </p:spPr>
        <p:txBody>
          <a:bodyPr rtlCol="0"/>
          <a:lstStyle/>
          <a:p>
            <a:pPr rtl="0"/>
            <a:r>
              <a:rPr lang="pt-BR"/>
              <a:t>Concorrentes</a:t>
            </a:r>
          </a:p>
        </p:txBody>
      </p:sp>
      <p:sp>
        <p:nvSpPr>
          <p:cNvPr id="63" name="Espaço Reservado para Texto 62">
            <a:extLst>
              <a:ext uri="{FF2B5EF4-FFF2-40B4-BE49-F238E27FC236}">
                <a16:creationId xmlns:a16="http://schemas.microsoft.com/office/drawing/2014/main" id="{0748B9A3-70BE-4930-994F-00EFCDA51C5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811826" y="2881982"/>
            <a:ext cx="3975054" cy="2966740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pt-BR"/>
              <a:t>Nosso produto tem um preço abaixo do de outras ferramentas de gerenciamento de tarefas no mercado</a:t>
            </a:r>
          </a:p>
          <a:p>
            <a:pPr rtl="0"/>
            <a:r>
              <a:rPr lang="pt-BR"/>
              <a:t>Aplicativo e site simples e fáceis de usar, em comparação com as ferramentas complexas dos nossos concorrentes</a:t>
            </a:r>
          </a:p>
          <a:p>
            <a:pPr rtl="0"/>
            <a:r>
              <a:rPr lang="pt-BR"/>
              <a:t>A acessibilidade é o principal atrativo para nossos consumidores em nosso produto</a:t>
            </a:r>
          </a:p>
        </p:txBody>
      </p:sp>
      <p:sp>
        <p:nvSpPr>
          <p:cNvPr id="61" name="Espaço Reservado para Texto 60">
            <a:extLst>
              <a:ext uri="{FF2B5EF4-FFF2-40B4-BE49-F238E27FC236}">
                <a16:creationId xmlns:a16="http://schemas.microsoft.com/office/drawing/2014/main" id="{182CD3FA-FD64-4651-A9ED-984F79C86FE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378746" y="2881982"/>
            <a:ext cx="3695653" cy="2966740"/>
          </a:xfrm>
        </p:spPr>
        <p:txBody>
          <a:bodyPr rtlCol="0">
            <a:normAutofit/>
          </a:bodyPr>
          <a:lstStyle/>
          <a:p>
            <a:pPr rtl="0"/>
            <a:r>
              <a:rPr lang="pt-BR"/>
              <a:t>Empresa A</a:t>
            </a:r>
            <a:br>
              <a:rPr lang="pt-BR"/>
            </a:br>
            <a:r>
              <a:rPr lang="pt-BR"/>
              <a:t>O produto é mais caro</a:t>
            </a:r>
          </a:p>
          <a:p>
            <a:pPr rtl="0"/>
            <a:r>
              <a:rPr lang="pt-BR"/>
              <a:t>Empresas B e C</a:t>
            </a:r>
            <a:br>
              <a:rPr lang="pt-BR"/>
            </a:br>
            <a:r>
              <a:rPr lang="pt-BR"/>
              <a:t>O produto é caro e inconveniente de usar</a:t>
            </a:r>
          </a:p>
          <a:p>
            <a:pPr rtl="0"/>
            <a:r>
              <a:rPr lang="pt-BR"/>
              <a:t>Empresas D e E</a:t>
            </a:r>
            <a:br>
              <a:rPr lang="pt-BR"/>
            </a:br>
            <a:r>
              <a:rPr lang="pt-BR"/>
              <a:t>O produto é acessível, mas inconveniente de usar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3F23CBB-E21B-4E15-921E-9BC34BB9B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63041A03-33F0-43A6-BDAF-8C84F8113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A402E4C0-AD5E-4E8C-9F21-7CCE474BDCEB}" type="slidenum">
              <a:rPr lang="pt-BR" smtClean="0"/>
              <a:pPr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4314209"/>
      </p:ext>
    </p:extLst>
  </p:cSld>
  <p:clrMapOvr>
    <a:masterClrMapping/>
  </p:clrMapOvr>
</p:sld>
</file>

<file path=ppt/slides/slide1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ítulo 18">
            <a:extLst>
              <a:ext uri="{FF2B5EF4-FFF2-40B4-BE49-F238E27FC236}">
                <a16:creationId xmlns:a16="http://schemas.microsoft.com/office/drawing/2014/main" id="{D103FBC2-93DA-4F24-B8BE-37966E29D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750" y="715939"/>
            <a:ext cx="4864608" cy="365760"/>
          </a:xfrm>
        </p:spPr>
        <p:txBody>
          <a:bodyPr rtlCol="0"/>
          <a:lstStyle/>
          <a:p>
            <a:pPr rtl="0"/>
            <a:r>
              <a:rPr lang="pt-BR"/>
              <a:t>Finanças</a:t>
            </a:r>
          </a:p>
        </p:txBody>
      </p:sp>
      <p:graphicFrame>
        <p:nvGraphicFramePr>
          <p:cNvPr id="42" name="Espaço Reservado para Conteúdo 41">
            <a:extLst>
              <a:ext uri="{FF2B5EF4-FFF2-40B4-BE49-F238E27FC236}">
                <a16:creationId xmlns:a16="http://schemas.microsoft.com/office/drawing/2014/main" id="{34ACB7E3-8F86-4C0E-9748-3F10EBD66EC9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2930595448"/>
              </p:ext>
            </p:extLst>
          </p:nvPr>
        </p:nvGraphicFramePr>
        <p:xfrm>
          <a:off x="793750" y="1238250"/>
          <a:ext cx="5418260" cy="4925995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789463">
                  <a:extLst>
                    <a:ext uri="{9D8B030D-6E8A-4147-A177-3AD203B41FA5}">
                      <a16:colId xmlns:a16="http://schemas.microsoft.com/office/drawing/2014/main" val="1517755082"/>
                    </a:ext>
                  </a:extLst>
                </a:gridCol>
                <a:gridCol w="1013670">
                  <a:extLst>
                    <a:ext uri="{9D8B030D-6E8A-4147-A177-3AD203B41FA5}">
                      <a16:colId xmlns:a16="http://schemas.microsoft.com/office/drawing/2014/main" val="24463865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08918160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1854486728"/>
                    </a:ext>
                  </a:extLst>
                </a:gridCol>
                <a:gridCol w="512007">
                  <a:extLst>
                    <a:ext uri="{9D8B030D-6E8A-4147-A177-3AD203B41FA5}">
                      <a16:colId xmlns:a16="http://schemas.microsoft.com/office/drawing/2014/main" val="1808496511"/>
                    </a:ext>
                  </a:extLst>
                </a:gridCol>
              </a:tblGrid>
              <a:tr h="401050">
                <a:tc>
                  <a:txBody>
                    <a:bodyPr/>
                    <a:lstStyle/>
                    <a:p>
                      <a:pPr algn="r" rtl="0"/>
                      <a:endParaRPr lang="pt-BR" sz="1200" cap="all" spc="400" baseline="0" noProof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200" b="1" cap="all" spc="200" noProof="0">
                          <a:solidFill>
                            <a:schemeClr val="bg1"/>
                          </a:solidFill>
                        </a:rPr>
                        <a:t>Ano 1</a:t>
                      </a:r>
                      <a:endParaRPr lang="pt-BR" sz="1200" b="1" cap="all" spc="200" baseline="0" noProof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200" b="1" cap="all" spc="200" noProof="0">
                          <a:solidFill>
                            <a:schemeClr val="bg1"/>
                          </a:solidFill>
                        </a:rPr>
                        <a:t>Ano 2</a:t>
                      </a:r>
                      <a:endParaRPr lang="pt-BR" sz="1200" b="1" cap="all" spc="200" baseline="0" noProof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200" b="1" cap="all" spc="200" noProof="0">
                          <a:solidFill>
                            <a:schemeClr val="bg1"/>
                          </a:solidFill>
                        </a:rPr>
                        <a:t>Ano 3</a:t>
                      </a:r>
                      <a:endParaRPr lang="pt-BR" sz="1200" b="1" cap="all" spc="200" baseline="0" noProof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/>
                      <a:endParaRPr lang="pt-BR" sz="1200" b="0" cap="all" spc="400" baseline="0" noProof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0351803"/>
                  </a:ext>
                </a:extLst>
              </a:tr>
              <a:tr h="345510">
                <a:tc>
                  <a:txBody>
                    <a:bodyPr/>
                    <a:lstStyle/>
                    <a:p>
                      <a:pPr algn="l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Varejistas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5.000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40.000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160.000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auto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u="none" strike="noStrike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1628125"/>
                  </a:ext>
                </a:extLst>
              </a:tr>
              <a:tr h="347469">
                <a:tc>
                  <a:txBody>
                    <a:bodyPr/>
                    <a:lstStyle/>
                    <a:p>
                      <a:pPr algn="l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Usuários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50.000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400.000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1.600.000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auto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u="none" strike="noStrike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382780"/>
                  </a:ext>
                </a:extLst>
              </a:tr>
              <a:tr h="347468">
                <a:tc>
                  <a:txBody>
                    <a:bodyPr/>
                    <a:lstStyle/>
                    <a:p>
                      <a:pPr algn="l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Vendas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500.000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4.000.000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16.000.000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auto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u="none" strike="noStrike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2084003"/>
                  </a:ext>
                </a:extLst>
              </a:tr>
              <a:tr h="347469">
                <a:tc>
                  <a:txBody>
                    <a:bodyPr/>
                    <a:lstStyle/>
                    <a:p>
                      <a:pPr algn="l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Preço médio por venda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75​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80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90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auto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u="none" strike="noStrike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9756459"/>
                  </a:ext>
                </a:extLst>
              </a:tr>
              <a:tr h="367088">
                <a:tc>
                  <a:txBody>
                    <a:bodyPr/>
                    <a:lstStyle/>
                    <a:p>
                      <a:pPr algn="l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Receita @ 15%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5.625.000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48.000.000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216.000.000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auto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u="none" strike="noStrike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1575269"/>
                  </a:ext>
                </a:extLst>
              </a:tr>
              <a:tr h="346379">
                <a:tc>
                  <a:txBody>
                    <a:bodyPr/>
                    <a:lstStyle/>
                    <a:p>
                      <a:pPr algn="l" rtl="0" fontAlgn="base"/>
                      <a:r>
                        <a:rPr lang="pt-BR" sz="1200" b="1" u="none" strike="noStrike" cap="all" spc="200" noProof="0">
                          <a:solidFill>
                            <a:schemeClr val="bg1"/>
                          </a:solidFill>
                          <a:effectLst/>
                        </a:rPr>
                        <a:t>Lucro Bruto</a:t>
                      </a:r>
                      <a:r>
                        <a:rPr lang="pt-BR" sz="1200" b="0" cap="all" spc="20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cap="all" spc="200" baseline="0" noProof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pt-BR" sz="1200" b="1" u="none" strike="noStrike" noProof="0">
                          <a:solidFill>
                            <a:schemeClr val="bg1"/>
                          </a:solidFill>
                          <a:effectLst/>
                        </a:rPr>
                        <a:t>5.625.000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pt-BR" sz="1200" b="1" u="none" strike="noStrike" noProof="0">
                          <a:solidFill>
                            <a:schemeClr val="bg1"/>
                          </a:solidFill>
                          <a:effectLst/>
                        </a:rPr>
                        <a:t>48.000.000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pt-BR" sz="1200" b="1" u="none" strike="noStrike" noProof="0">
                          <a:solidFill>
                            <a:schemeClr val="bg1"/>
                          </a:solidFill>
                          <a:effectLst/>
                        </a:rPr>
                        <a:t>216.000.000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auto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u="none" strike="noStrike" noProof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0227705"/>
                  </a:ext>
                </a:extLst>
              </a:tr>
              <a:tr h="353132">
                <a:tc>
                  <a:txBody>
                    <a:bodyPr/>
                    <a:lstStyle/>
                    <a:p>
                      <a:pPr algn="l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Despesas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auto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u="none" strike="noStrike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auto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u="none" strike="noStrike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auto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u="none" strike="noStrike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auto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u="none" strike="noStrike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0867358"/>
                  </a:ext>
                </a:extLst>
              </a:tr>
              <a:tr h="357645">
                <a:tc>
                  <a:txBody>
                    <a:bodyPr/>
                    <a:lstStyle/>
                    <a:p>
                      <a:pPr algn="l" rtl="0" fontAlgn="base">
                        <a:buFont typeface="Arial" panose="020B0604020202020204" pitchFamily="34" charset="0"/>
                        <a:buNone/>
                      </a:pPr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   Vendas e Marketing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5.062.500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38.400.000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151.200.000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auto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u="none" strike="noStrike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8114081"/>
                  </a:ext>
                </a:extLst>
              </a:tr>
              <a:tr h="350458">
                <a:tc>
                  <a:txBody>
                    <a:bodyPr/>
                    <a:lstStyle/>
                    <a:p>
                      <a:pPr marL="91440" indent="-182880" algn="l" rtl="0" fontAlgn="base">
                        <a:buFont typeface="Arial" panose="020B0604020202020204" pitchFamily="34" charset="0"/>
                        <a:buNone/>
                      </a:pPr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   Atendimento ao Cliente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1.687.500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9.600.000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21.600.000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70%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7267748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marL="91440" indent="-182880" algn="l" rtl="0" fontAlgn="base">
                        <a:buFont typeface="Arial" panose="020B0604020202020204" pitchFamily="34" charset="0"/>
                        <a:buNone/>
                      </a:pPr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   Desenvolvimento do produto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562.500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2.400.000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10.800.000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10%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1341114"/>
                  </a:ext>
                </a:extLst>
              </a:tr>
              <a:tr h="341185">
                <a:tc>
                  <a:txBody>
                    <a:bodyPr/>
                    <a:lstStyle/>
                    <a:p>
                      <a:pPr algn="l" rtl="0" fontAlgn="base">
                        <a:buFont typeface="Arial" panose="020B0604020202020204" pitchFamily="34" charset="0"/>
                        <a:buNone/>
                      </a:pPr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   Pesquisa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281.250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2.400.000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4.320.000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5%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917110"/>
                  </a:ext>
                </a:extLst>
              </a:tr>
              <a:tr h="345247">
                <a:tc>
                  <a:txBody>
                    <a:bodyPr/>
                    <a:lstStyle/>
                    <a:p>
                      <a:pPr algn="l" rtl="0" fontAlgn="base"/>
                      <a:r>
                        <a:rPr lang="pt-BR" sz="1200" b="1" u="none" strike="noStrike" cap="all" spc="200" noProof="0">
                          <a:solidFill>
                            <a:schemeClr val="bg1"/>
                          </a:solidFill>
                          <a:effectLst/>
                        </a:rPr>
                        <a:t>Despesas Totais</a:t>
                      </a:r>
                      <a:endParaRPr lang="pt-BR" sz="1200" b="0" i="0" cap="all" spc="200" baseline="0" noProof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pt-BR" sz="1200" b="1" u="none" strike="noStrike" noProof="0">
                          <a:solidFill>
                            <a:schemeClr val="bg1"/>
                          </a:solidFill>
                          <a:effectLst/>
                        </a:rPr>
                        <a:t>7.593.750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pt-BR" sz="1200" b="1" u="none" strike="noStrike" noProof="0">
                          <a:solidFill>
                            <a:schemeClr val="bg1"/>
                          </a:solidFill>
                          <a:effectLst/>
                        </a:rPr>
                        <a:t>52.800.000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pt-BR" sz="1200" b="1" u="none" strike="noStrike" noProof="0">
                          <a:solidFill>
                            <a:schemeClr val="bg1"/>
                          </a:solidFill>
                          <a:effectLst/>
                        </a:rPr>
                        <a:t>187.920.000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pt-BR" sz="1200" b="0" u="none" strike="noStrike" noProof="0" dirty="0">
                          <a:solidFill>
                            <a:schemeClr val="bg1"/>
                          </a:solidFill>
                          <a:effectLst/>
                        </a:rPr>
                        <a:t>2%</a:t>
                      </a:r>
                      <a:r>
                        <a:rPr lang="pt-BR" sz="1200" b="0" noProof="0" dirty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pt-BR" sz="1200" b="0" i="0" noProof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8074008"/>
                  </a:ext>
                </a:extLst>
              </a:tr>
            </a:tbl>
          </a:graphicData>
        </a:graphic>
      </p:graphicFrame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326A7AE-D42B-4931-9C9A-68C7909D8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/>
              <a:t>APRESENTAÇÃO</a:t>
            </a:r>
          </a:p>
        </p:txBody>
      </p:sp>
      <p:pic>
        <p:nvPicPr>
          <p:cNvPr id="46" name="Espaço Reservado para Imagem 45" descr="Um close de uma pessoa usando óculos e as medidas dos olhos">
            <a:extLst>
              <a:ext uri="{FF2B5EF4-FFF2-40B4-BE49-F238E27FC236}">
                <a16:creationId xmlns:a16="http://schemas.microsoft.com/office/drawing/2014/main" id="{4CCDE114-C87D-4D8A-AC71-4CEECD759FE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79733" y="0"/>
            <a:ext cx="5012267" cy="6867376"/>
          </a:xfrm>
          <a:prstGeom prst="rect">
            <a:avLst/>
          </a:prstGeom>
        </p:spPr>
      </p:pic>
      <p:sp>
        <p:nvSpPr>
          <p:cNvPr id="12" name="Espaço Reservado para o Número do Slide 11">
            <a:extLst>
              <a:ext uri="{FF2B5EF4-FFF2-40B4-BE49-F238E27FC236}">
                <a16:creationId xmlns:a16="http://schemas.microsoft.com/office/drawing/2014/main" id="{09EE126B-B5CD-4FEC-A36A-5B51A1CE2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A402E4C0-AD5E-4E8C-9F21-7CCE474BDCEB}" type="slidenum">
              <a:rPr lang="pt-BR" smtClean="0"/>
              <a:pPr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8340832"/>
      </p:ext>
    </p:extLst>
  </p:cSld>
  <p:clrMapOvr>
    <a:masterClrMapping/>
  </p:clrMapOvr>
</p:sld>
</file>

<file path=ppt/slides/slide18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Imagem 7" descr="Uma mulher olhando para uma tela com escrita pequena e gráficos flutuando">
            <a:extLst>
              <a:ext uri="{FF2B5EF4-FFF2-40B4-BE49-F238E27FC236}">
                <a16:creationId xmlns:a16="http://schemas.microsoft.com/office/drawing/2014/main" id="{A0A99AB3-33D7-48CE-8A78-BEB8D7179FF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20" name="Título 19">
            <a:extLst>
              <a:ext uri="{FF2B5EF4-FFF2-40B4-BE49-F238E27FC236}">
                <a16:creationId xmlns:a16="http://schemas.microsoft.com/office/drawing/2014/main" id="{940324F9-ABF9-4A46-B5E4-21164FADA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Resumo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019E4131-A9F1-45A1-94C6-3C559ABBE9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7993" y="2689071"/>
            <a:ext cx="4567209" cy="2212496"/>
          </a:xfrm>
        </p:spPr>
        <p:txBody>
          <a:bodyPr rtlCol="0"/>
          <a:lstStyle/>
          <a:p>
            <a:pPr rtl="0"/>
            <a:r>
              <a:rPr lang="pt-BR" spc="0"/>
              <a:t>Na Contoso, acreditamos em dar 110% Ao fechar o ciclo de gerenciamento de tarefas e usar a tecnologia mais recente, ajudamos as empresas a crescerem e cultivarem uma mentalidade com prioridade no consumidor. Nós prosperamos por causa do nosso conhecimento de mercado e de uma grande equipe por trás do nosso produto. Como diz nosso CEO, “As eficiências virão da transformação proativa da forma como fazemos negócios”.</a:t>
            </a:r>
          </a:p>
        </p:txBody>
      </p:sp>
      <p:sp>
        <p:nvSpPr>
          <p:cNvPr id="15" name="Espaço Reservado para Rodapé 14">
            <a:extLst>
              <a:ext uri="{FF2B5EF4-FFF2-40B4-BE49-F238E27FC236}">
                <a16:creationId xmlns:a16="http://schemas.microsoft.com/office/drawing/2014/main" id="{B637D303-3D91-4DF5-9E06-C9394D714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/>
              <a:t>APRESENTAÇÃO</a:t>
            </a:r>
          </a:p>
        </p:txBody>
      </p:sp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485FA840-9C16-45D8-8B50-7DC1A5DF3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A402E4C0-AD5E-4E8C-9F21-7CCE474BDCEB}" type="slidenum">
              <a:rPr lang="pt-BR" smtClean="0"/>
              <a:pPr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7845210"/>
      </p:ext>
    </p:extLst>
  </p:cSld>
  <p:clrMapOvr>
    <a:masterClrMapping/>
  </p:clrMapOvr>
</p:sld>
</file>

<file path=ppt/slides/slide19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Espaço Reservado para Imagem 13" descr="Uma mulher com óculos de realidade virtual no rosto&#10;">
            <a:extLst>
              <a:ext uri="{FF2B5EF4-FFF2-40B4-BE49-F238E27FC236}">
                <a16:creationId xmlns:a16="http://schemas.microsoft.com/office/drawing/2014/main" id="{1959E133-823F-48B7-89C9-820E4A34383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8153400" cy="6858000"/>
          </a:xfr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FE60C9E5-E020-489F-8A9F-BCBE2A0C3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Agradecemos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0D4FE13D-FAFA-49AC-A113-E917401DD9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465112" y="2326705"/>
            <a:ext cx="4114592" cy="2212496"/>
          </a:xfrm>
        </p:spPr>
        <p:txBody>
          <a:bodyPr rtlCol="0"/>
          <a:lstStyle/>
          <a:p>
            <a:pPr rtl="0"/>
            <a:r>
              <a:rPr lang="pt-BR"/>
              <a:t>Mirjam Nilsson​​</a:t>
            </a:r>
          </a:p>
          <a:p>
            <a:pPr rtl="0"/>
            <a:r>
              <a:rPr lang="pt-BR"/>
              <a:t>206-555-0146​</a:t>
            </a:r>
          </a:p>
          <a:p>
            <a:pPr rtl="0"/>
            <a:r>
              <a:rPr lang="pt-BR"/>
              <a:t>mirjam@contoso.com​</a:t>
            </a:r>
          </a:p>
          <a:p>
            <a:pPr rtl="0"/>
            <a:r>
              <a:rPr lang="pt-BR"/>
              <a:t>www.contoso.com​</a:t>
            </a:r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313ACD80-E8DD-409F-A517-A832D3421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/>
              <a:t>APRESENTAÇÃO</a:t>
            </a:r>
          </a:p>
        </p:txBody>
      </p:sp>
      <p:sp>
        <p:nvSpPr>
          <p:cNvPr id="12" name="Espaço Reservado para o Número do Slide 11">
            <a:extLst>
              <a:ext uri="{FF2B5EF4-FFF2-40B4-BE49-F238E27FC236}">
                <a16:creationId xmlns:a16="http://schemas.microsoft.com/office/drawing/2014/main" id="{1F967A96-6B86-484C-8592-14A44DA72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A402E4C0-AD5E-4E8C-9F21-7CCE474BDCEB}" type="slidenum">
              <a:rPr lang="pt-BR" smtClean="0"/>
              <a:pPr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5696902"/>
      </p:ext>
    </p:extLst>
  </p:cSld>
  <p:clrMapOvr>
    <a:masterClrMapping/>
  </p:clrMapOvr>
</p:sld>
</file>

<file path=ppt/theme/theme12.xml><?xml version="1.0" encoding="utf-8"?>
<a:theme xmlns:a="http://schemas.openxmlformats.org/drawingml/2006/main" name="Tema do Office">
  <a:themeElements>
    <a:clrScheme name="Custom 2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A1380"/>
      </a:accent1>
      <a:accent2>
        <a:srgbClr val="0C1A69"/>
      </a:accent2>
      <a:accent3>
        <a:srgbClr val="F4292E"/>
      </a:accent3>
      <a:accent4>
        <a:srgbClr val="FD49C1"/>
      </a:accent4>
      <a:accent5>
        <a:srgbClr val="15C7C7"/>
      </a:accent5>
      <a:accent6>
        <a:srgbClr val="02DCFA"/>
      </a:accent6>
      <a:hlink>
        <a:srgbClr val="0563C1"/>
      </a:hlink>
      <a:folHlink>
        <a:srgbClr val="954F72"/>
      </a:folHlink>
    </a:clrScheme>
    <a:fontScheme name="Custom 31">
      <a:majorFont>
        <a:latin typeface="Posterama Bold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itch Deck_TM33781529_Win32_JC_v3" id="{862F7C05-3205-4562-AA5F-868BCB6856F9}" vid="{97BBE2DD-0E32-4C1B-8BB2-0414672F3164}"/>
    </a:ext>
  </a:extLst>
</a:theme>
</file>

<file path=ppt/theme/theme2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3.xml.rels>&#65279;<?xml version="1.0" encoding="utf-8"?><Relationships xmlns="http://schemas.openxmlformats.org/package/2006/relationships"><Relationship Type="http://schemas.openxmlformats.org/officeDocument/2006/relationships/customXmlProps" Target="/customXml/itemProps31.xml" Id="rId1" /></Relationships>
</file>

<file path=customXml/_rels/item13.xml.rels>&#65279;<?xml version="1.0" encoding="utf-8"?><Relationships xmlns="http://schemas.openxmlformats.org/package/2006/relationships"><Relationship Type="http://schemas.openxmlformats.org/officeDocument/2006/relationships/customXmlProps" Target="/customXml/itemProps13.xml" Id="rId1" /></Relationships>
</file>

<file path=customXml/_rels/item22.xml.rels>&#65279;<?xml version="1.0" encoding="utf-8"?><Relationships xmlns="http://schemas.openxmlformats.org/package/2006/relationships"><Relationship Type="http://schemas.openxmlformats.org/officeDocument/2006/relationships/customXmlProps" Target="/customXml/itemProps22.xml" Id="rId1" /></Relationship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1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2" ma:contentTypeDescription="Create a new document." ma:contentTypeScope="" ma:versionID="5a5774fd28510f591f3d0476b60c796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656ce980f6f53fc96333c5ee30c32b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3.xml><?xml version="1.0" encoding="utf-8"?>
<ds:datastoreItem xmlns:ds="http://schemas.openxmlformats.org/officeDocument/2006/customXml" ds:itemID="{0C08EBEC-4760-45C2-B3A3-10A1EA3389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2.xml><?xml version="1.0" encoding="utf-8"?>
<ds:datastoreItem xmlns:ds="http://schemas.openxmlformats.org/officeDocument/2006/customXml" ds:itemID="{966D2D45-3944-4D77-9142-02FD272EF319}">
  <ds:schemaRefs>
    <ds:schemaRef ds:uri="http://schemas.microsoft.com/sharepoint/v3/contenttype/forms"/>
  </ds:schemaRefs>
</ds:datastoreItem>
</file>

<file path=customXml/itemProps31.xml><?xml version="1.0" encoding="utf-8"?>
<ds:datastoreItem xmlns:ds="http://schemas.openxmlformats.org/officeDocument/2006/customXml" ds:itemID="{3258F013-9E4A-4975-A97B-33FEBC5FEE8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ap:Properties xmlns:vt="http://schemas.openxmlformats.org/officeDocument/2006/docPropsVTypes" xmlns:ap="http://schemas.openxmlformats.org/officeDocument/2006/extended-properties">
  <ap:Template/>
  <ap:TotalTime>0</ap:TotalTime>
  <ap:Words>970</ap:Words>
  <ap:PresentationFormat>Widescreen</ap:PresentationFormat>
  <ap:Paragraphs>283</ap:Paragraphs>
  <ap:Slides>19</ap:Slides>
  <ap:Notes>19</ap:Notes>
  <ap:HiddenSlides>0</ap:HiddenSlides>
  <ap:MMClips>0</ap:MMClips>
  <ap:ScaleCrop>false</ap:ScaleCrop>
  <ap: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ap:HeadingPairs>
  <ap:TitlesOfParts>
    <vt:vector baseType="lpstr" size="25">
      <vt:lpstr>Arial</vt:lpstr>
      <vt:lpstr>Bierstadt</vt:lpstr>
      <vt:lpstr>Calibri</vt:lpstr>
      <vt:lpstr>Courier New</vt:lpstr>
      <vt:lpstr>Posterama</vt:lpstr>
      <vt:lpstr>Tema do Office</vt:lpstr>
      <vt:lpstr>Apresentação</vt:lpstr>
      <vt:lpstr>Sobre nós</vt:lpstr>
      <vt:lpstr>Problema</vt:lpstr>
      <vt:lpstr>Solução</vt:lpstr>
      <vt:lpstr>Visão Geral do Produto</vt:lpstr>
      <vt:lpstr>Benefícios do produto</vt:lpstr>
      <vt:lpstr>Visão geral da empresa</vt:lpstr>
      <vt:lpstr>Modelo de Negócios</vt:lpstr>
      <vt:lpstr>Visão geral do mercado</vt:lpstr>
      <vt:lpstr>Comparação de Mercado</vt:lpstr>
      <vt:lpstr>Nossa concorrência</vt:lpstr>
      <vt:lpstr>concorrência</vt:lpstr>
      <vt:lpstr>Estratégia de crescimento</vt:lpstr>
      <vt:lpstr>Plano de ação de dois anos</vt:lpstr>
      <vt:lpstr>Finanças</vt:lpstr>
      <vt:lpstr>Conheça a equipe</vt:lpstr>
      <vt:lpstr>A Equipe completa</vt:lpstr>
      <vt:lpstr>Resumo</vt:lpstr>
      <vt:lpstr>Agradecemos</vt:lpstr>
    </vt:vector>
  </ap:TitlesOfParts>
  <ap:LinksUpToDate>false</ap:LinksUpToDate>
  <ap:SharedDoc>false</ap:SharedDoc>
  <ap:HyperlinksChanged>false</ap:HyperlinksChanged>
  <ap:AppVersion>16.0000</ap:AppVers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dcterms:created xsi:type="dcterms:W3CDTF">2021-08-17T04:23:05Z</dcterms:created>
  <dcterms:modified xsi:type="dcterms:W3CDTF">2021-10-22T03:09:21Z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